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Lst>
  <p:notesMasterIdLst>
    <p:notesMasterId r:id="rId4"/>
  </p:notesMasterIdLst>
  <p:handoutMasterIdLst>
    <p:handoutMasterId r:id="rId5"/>
  </p:handoutMasterIdLst>
  <p:sldIdLst>
    <p:sldId id="257" r:id="rId3"/>
  </p:sldIdLst>
  <p:sldSz cx="27432000" cy="36576000"/>
  <p:notesSz cx="6881813" cy="9296400"/>
  <p:defaultTextStyle>
    <a:defPPr>
      <a:defRPr lang="en-US"/>
    </a:defPPr>
    <a:lvl1pPr marL="0" algn="l" defTabSz="3765366" rtl="0" eaLnBrk="1" latinLnBrk="0" hangingPunct="1">
      <a:defRPr sz="7400" kern="1200">
        <a:solidFill>
          <a:schemeClr val="tx1"/>
        </a:solidFill>
        <a:latin typeface="+mn-lt"/>
        <a:ea typeface="+mn-ea"/>
        <a:cs typeface="+mn-cs"/>
      </a:defRPr>
    </a:lvl1pPr>
    <a:lvl2pPr marL="1882684" algn="l" defTabSz="3765366" rtl="0" eaLnBrk="1" latinLnBrk="0" hangingPunct="1">
      <a:defRPr sz="7400" kern="1200">
        <a:solidFill>
          <a:schemeClr val="tx1"/>
        </a:solidFill>
        <a:latin typeface="+mn-lt"/>
        <a:ea typeface="+mn-ea"/>
        <a:cs typeface="+mn-cs"/>
      </a:defRPr>
    </a:lvl2pPr>
    <a:lvl3pPr marL="3765366" algn="l" defTabSz="3765366" rtl="0" eaLnBrk="1" latinLnBrk="0" hangingPunct="1">
      <a:defRPr sz="7400" kern="1200">
        <a:solidFill>
          <a:schemeClr val="tx1"/>
        </a:solidFill>
        <a:latin typeface="+mn-lt"/>
        <a:ea typeface="+mn-ea"/>
        <a:cs typeface="+mn-cs"/>
      </a:defRPr>
    </a:lvl3pPr>
    <a:lvl4pPr marL="5648049" algn="l" defTabSz="3765366" rtl="0" eaLnBrk="1" latinLnBrk="0" hangingPunct="1">
      <a:defRPr sz="7400" kern="1200">
        <a:solidFill>
          <a:schemeClr val="tx1"/>
        </a:solidFill>
        <a:latin typeface="+mn-lt"/>
        <a:ea typeface="+mn-ea"/>
        <a:cs typeface="+mn-cs"/>
      </a:defRPr>
    </a:lvl4pPr>
    <a:lvl5pPr marL="7530731" algn="l" defTabSz="3765366" rtl="0" eaLnBrk="1" latinLnBrk="0" hangingPunct="1">
      <a:defRPr sz="7400" kern="1200">
        <a:solidFill>
          <a:schemeClr val="tx1"/>
        </a:solidFill>
        <a:latin typeface="+mn-lt"/>
        <a:ea typeface="+mn-ea"/>
        <a:cs typeface="+mn-cs"/>
      </a:defRPr>
    </a:lvl5pPr>
    <a:lvl6pPr marL="9413415" algn="l" defTabSz="3765366" rtl="0" eaLnBrk="1" latinLnBrk="0" hangingPunct="1">
      <a:defRPr sz="7400" kern="1200">
        <a:solidFill>
          <a:schemeClr val="tx1"/>
        </a:solidFill>
        <a:latin typeface="+mn-lt"/>
        <a:ea typeface="+mn-ea"/>
        <a:cs typeface="+mn-cs"/>
      </a:defRPr>
    </a:lvl6pPr>
    <a:lvl7pPr marL="11296099" algn="l" defTabSz="3765366" rtl="0" eaLnBrk="1" latinLnBrk="0" hangingPunct="1">
      <a:defRPr sz="7400" kern="1200">
        <a:solidFill>
          <a:schemeClr val="tx1"/>
        </a:solidFill>
        <a:latin typeface="+mn-lt"/>
        <a:ea typeface="+mn-ea"/>
        <a:cs typeface="+mn-cs"/>
      </a:defRPr>
    </a:lvl7pPr>
    <a:lvl8pPr marL="13178781" algn="l" defTabSz="3765366" rtl="0" eaLnBrk="1" latinLnBrk="0" hangingPunct="1">
      <a:defRPr sz="7400" kern="1200">
        <a:solidFill>
          <a:schemeClr val="tx1"/>
        </a:solidFill>
        <a:latin typeface="+mn-lt"/>
        <a:ea typeface="+mn-ea"/>
        <a:cs typeface="+mn-cs"/>
      </a:defRPr>
    </a:lvl8pPr>
    <a:lvl9pPr marL="15061465" algn="l" defTabSz="3765366" rtl="0" eaLnBrk="1" latinLnBrk="0" hangingPunct="1">
      <a:defRPr sz="74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928" userDrawn="1">
          <p15:clr>
            <a:srgbClr val="A4A3A4"/>
          </p15:clr>
        </p15:guide>
        <p15:guide id="2" pos="216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707" autoAdjust="0"/>
  </p:normalViewPr>
  <p:slideViewPr>
    <p:cSldViewPr snapToGrid="0" snapToObjects="1" showGuides="1">
      <p:cViewPr varScale="1">
        <p:scale>
          <a:sx n="12" d="100"/>
          <a:sy n="12" d="100"/>
        </p:scale>
        <p:origin x="2430" y="138"/>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74" d="100"/>
          <a:sy n="74" d="100"/>
        </p:scale>
        <p:origin x="2166" y="60"/>
      </p:cViewPr>
      <p:guideLst>
        <p:guide orient="horz" pos="2928"/>
        <p:guide pos="216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sz="quarter" idx="1"/>
          </p:nvPr>
        </p:nvSpPr>
        <p:spPr>
          <a:xfrm>
            <a:off x="3898102" y="0"/>
            <a:ext cx="2982119" cy="464820"/>
          </a:xfrm>
          <a:prstGeom prst="rect">
            <a:avLst/>
          </a:prstGeom>
        </p:spPr>
        <p:txBody>
          <a:bodyPr vert="horz" lIns="92446" tIns="46223" rIns="92446" bIns="46223" rtlCol="0"/>
          <a:lstStyle>
            <a:lvl1pPr algn="r">
              <a:defRPr sz="1200"/>
            </a:lvl1pPr>
          </a:lstStyle>
          <a:p>
            <a:fld id="{0158C5BC-9A70-462C-B28D-9600239EAC64}" type="datetimeFigureOut">
              <a:rPr lang="en-US" smtClean="0"/>
              <a:pPr/>
              <a:t>4/12/2023</a:t>
            </a:fld>
            <a:endParaRPr lang="en-US"/>
          </a:p>
        </p:txBody>
      </p:sp>
      <p:sp>
        <p:nvSpPr>
          <p:cNvPr id="4" name="Footer Placeholder 3"/>
          <p:cNvSpPr>
            <a:spLocks noGrp="1"/>
          </p:cNvSpPr>
          <p:nvPr>
            <p:ph type="ftr" sz="quarter" idx="2"/>
          </p:nvPr>
        </p:nvSpPr>
        <p:spPr>
          <a:xfrm>
            <a:off x="0" y="8829967"/>
            <a:ext cx="2982119" cy="464820"/>
          </a:xfrm>
          <a:prstGeom prst="rect">
            <a:avLst/>
          </a:prstGeom>
        </p:spPr>
        <p:txBody>
          <a:bodyPr vert="horz" lIns="92446" tIns="46223" rIns="92446" bIns="46223" rtlCol="0" anchor="b"/>
          <a:lstStyle>
            <a:lvl1pPr algn="l">
              <a:defRPr sz="1200"/>
            </a:lvl1pPr>
          </a:lstStyle>
          <a:p>
            <a:endParaRPr lang="en-US"/>
          </a:p>
        </p:txBody>
      </p:sp>
      <p:sp>
        <p:nvSpPr>
          <p:cNvPr id="5" name="Slide Number Placeholder 4"/>
          <p:cNvSpPr>
            <a:spLocks noGrp="1"/>
          </p:cNvSpPr>
          <p:nvPr>
            <p:ph type="sldNum" sz="quarter" idx="3"/>
          </p:nvPr>
        </p:nvSpPr>
        <p:spPr>
          <a:xfrm>
            <a:off x="3898102" y="8829967"/>
            <a:ext cx="2982119" cy="464820"/>
          </a:xfrm>
          <a:prstGeom prst="rect">
            <a:avLst/>
          </a:prstGeom>
        </p:spPr>
        <p:txBody>
          <a:bodyPr vert="horz" lIns="92446" tIns="46223" rIns="92446" bIns="46223"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1533006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endParaRPr lang="en-US" dirty="0"/>
          </a:p>
        </p:txBody>
      </p:sp>
      <p:sp>
        <p:nvSpPr>
          <p:cNvPr id="3" name="Date Placeholder 2"/>
          <p:cNvSpPr>
            <a:spLocks noGrp="1"/>
          </p:cNvSpPr>
          <p:nvPr>
            <p:ph type="dt" idx="1"/>
          </p:nvPr>
        </p:nvSpPr>
        <p:spPr>
          <a:xfrm>
            <a:off x="3898102" y="0"/>
            <a:ext cx="2982119" cy="464820"/>
          </a:xfrm>
          <a:prstGeom prst="rect">
            <a:avLst/>
          </a:prstGeom>
        </p:spPr>
        <p:txBody>
          <a:bodyPr vert="horz" lIns="92446" tIns="46223" rIns="92446" bIns="46223" rtlCol="0"/>
          <a:lstStyle>
            <a:lvl1pPr algn="r">
              <a:defRPr sz="1200"/>
            </a:lvl1pPr>
          </a:lstStyle>
          <a:p>
            <a:fld id="{E6CC2317-6751-4CD4-9995-8782DD78E936}" type="datetimeFigureOut">
              <a:rPr lang="en-US" smtClean="0"/>
              <a:pPr/>
              <a:t>4/12/2023</a:t>
            </a:fld>
            <a:endParaRPr lang="en-US" dirty="0"/>
          </a:p>
        </p:txBody>
      </p:sp>
      <p:sp>
        <p:nvSpPr>
          <p:cNvPr id="4" name="Slide Image Placeholder 3"/>
          <p:cNvSpPr>
            <a:spLocks noGrp="1" noRot="1" noChangeAspect="1"/>
          </p:cNvSpPr>
          <p:nvPr>
            <p:ph type="sldImg" idx="2"/>
          </p:nvPr>
        </p:nvSpPr>
        <p:spPr>
          <a:xfrm>
            <a:off x="2133600" y="696913"/>
            <a:ext cx="2614613" cy="3486150"/>
          </a:xfrm>
          <a:prstGeom prst="rect">
            <a:avLst/>
          </a:prstGeom>
          <a:noFill/>
          <a:ln w="12700">
            <a:solidFill>
              <a:prstClr val="black"/>
            </a:solidFill>
          </a:ln>
        </p:spPr>
        <p:txBody>
          <a:bodyPr vert="horz" lIns="92446" tIns="46223" rIns="92446" bIns="46223" rtlCol="0" anchor="ctr"/>
          <a:lstStyle/>
          <a:p>
            <a:endParaRPr lang="en-US" dirty="0"/>
          </a:p>
        </p:txBody>
      </p:sp>
      <p:sp>
        <p:nvSpPr>
          <p:cNvPr id="5" name="Notes Placeholder 4"/>
          <p:cNvSpPr>
            <a:spLocks noGrp="1"/>
          </p:cNvSpPr>
          <p:nvPr>
            <p:ph type="body" sz="quarter" idx="3"/>
          </p:nvPr>
        </p:nvSpPr>
        <p:spPr>
          <a:xfrm>
            <a:off x="688182" y="4415790"/>
            <a:ext cx="5505450" cy="4183380"/>
          </a:xfrm>
          <a:prstGeom prst="rect">
            <a:avLst/>
          </a:prstGeom>
        </p:spPr>
        <p:txBody>
          <a:bodyPr vert="horz" lIns="92446" tIns="46223" rIns="92446" bIns="4622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82119" cy="464820"/>
          </a:xfrm>
          <a:prstGeom prst="rect">
            <a:avLst/>
          </a:prstGeom>
        </p:spPr>
        <p:txBody>
          <a:bodyPr vert="horz" lIns="92446" tIns="46223" rIns="92446" bIns="46223"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98102" y="8829967"/>
            <a:ext cx="2982119" cy="464820"/>
          </a:xfrm>
          <a:prstGeom prst="rect">
            <a:avLst/>
          </a:prstGeom>
        </p:spPr>
        <p:txBody>
          <a:bodyPr vert="horz" lIns="92446" tIns="46223" rIns="92446" bIns="46223"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675050545"/>
      </p:ext>
    </p:extLst>
  </p:cSld>
  <p:clrMap bg1="lt1" tx1="dk1" bg2="lt2" tx2="dk2" accent1="accent1" accent2="accent2" accent3="accent3" accent4="accent4" accent5="accent5" accent6="accent6" hlink="hlink" folHlink="folHlink"/>
  <p:notesStyle>
    <a:lvl1pPr marL="0" algn="l" defTabSz="3765366" rtl="0" eaLnBrk="1" latinLnBrk="0" hangingPunct="1">
      <a:defRPr sz="5000" kern="1200">
        <a:solidFill>
          <a:schemeClr val="tx1"/>
        </a:solidFill>
        <a:latin typeface="+mn-lt"/>
        <a:ea typeface="+mn-ea"/>
        <a:cs typeface="+mn-cs"/>
      </a:defRPr>
    </a:lvl1pPr>
    <a:lvl2pPr marL="1882684" algn="l" defTabSz="3765366" rtl="0" eaLnBrk="1" latinLnBrk="0" hangingPunct="1">
      <a:defRPr sz="5000" kern="1200">
        <a:solidFill>
          <a:schemeClr val="tx1"/>
        </a:solidFill>
        <a:latin typeface="+mn-lt"/>
        <a:ea typeface="+mn-ea"/>
        <a:cs typeface="+mn-cs"/>
      </a:defRPr>
    </a:lvl2pPr>
    <a:lvl3pPr marL="3765366" algn="l" defTabSz="3765366" rtl="0" eaLnBrk="1" latinLnBrk="0" hangingPunct="1">
      <a:defRPr sz="5000" kern="1200">
        <a:solidFill>
          <a:schemeClr val="tx1"/>
        </a:solidFill>
        <a:latin typeface="+mn-lt"/>
        <a:ea typeface="+mn-ea"/>
        <a:cs typeface="+mn-cs"/>
      </a:defRPr>
    </a:lvl3pPr>
    <a:lvl4pPr marL="5648049" algn="l" defTabSz="3765366" rtl="0" eaLnBrk="1" latinLnBrk="0" hangingPunct="1">
      <a:defRPr sz="5000" kern="1200">
        <a:solidFill>
          <a:schemeClr val="tx1"/>
        </a:solidFill>
        <a:latin typeface="+mn-lt"/>
        <a:ea typeface="+mn-ea"/>
        <a:cs typeface="+mn-cs"/>
      </a:defRPr>
    </a:lvl4pPr>
    <a:lvl5pPr marL="7530731" algn="l" defTabSz="3765366" rtl="0" eaLnBrk="1" latinLnBrk="0" hangingPunct="1">
      <a:defRPr sz="5000" kern="1200">
        <a:solidFill>
          <a:schemeClr val="tx1"/>
        </a:solidFill>
        <a:latin typeface="+mn-lt"/>
        <a:ea typeface="+mn-ea"/>
        <a:cs typeface="+mn-cs"/>
      </a:defRPr>
    </a:lvl5pPr>
    <a:lvl6pPr marL="9413415" algn="l" defTabSz="3765366" rtl="0" eaLnBrk="1" latinLnBrk="0" hangingPunct="1">
      <a:defRPr sz="5000" kern="1200">
        <a:solidFill>
          <a:schemeClr val="tx1"/>
        </a:solidFill>
        <a:latin typeface="+mn-lt"/>
        <a:ea typeface="+mn-ea"/>
        <a:cs typeface="+mn-cs"/>
      </a:defRPr>
    </a:lvl6pPr>
    <a:lvl7pPr marL="11296099" algn="l" defTabSz="3765366" rtl="0" eaLnBrk="1" latinLnBrk="0" hangingPunct="1">
      <a:defRPr sz="5000" kern="1200">
        <a:solidFill>
          <a:schemeClr val="tx1"/>
        </a:solidFill>
        <a:latin typeface="+mn-lt"/>
        <a:ea typeface="+mn-ea"/>
        <a:cs typeface="+mn-cs"/>
      </a:defRPr>
    </a:lvl7pPr>
    <a:lvl8pPr marL="13178781" algn="l" defTabSz="3765366" rtl="0" eaLnBrk="1" latinLnBrk="0" hangingPunct="1">
      <a:defRPr sz="5000" kern="1200">
        <a:solidFill>
          <a:schemeClr val="tx1"/>
        </a:solidFill>
        <a:latin typeface="+mn-lt"/>
        <a:ea typeface="+mn-ea"/>
        <a:cs typeface="+mn-cs"/>
      </a:defRPr>
    </a:lvl8pPr>
    <a:lvl9pPr marL="15061465" algn="l" defTabSz="3765366" rtl="0" eaLnBrk="1" latinLnBrk="0" hangingPunct="1">
      <a:defRPr sz="50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0x40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65119" y="6528687"/>
            <a:ext cx="12598633" cy="888499"/>
          </a:xfrm>
          <a:prstGeom prst="rect">
            <a:avLst/>
          </a:prstGeom>
        </p:spPr>
        <p:txBody>
          <a:bodyPr wrap="square" lIns="196113" tIns="196113" rIns="196113" bIns="196113">
            <a:spAutoFit/>
          </a:bodyPr>
          <a:lstStyle>
            <a:lvl1pPr marL="0" indent="0">
              <a:buNone/>
              <a:defRPr sz="3200">
                <a:solidFill>
                  <a:schemeClr val="tx2"/>
                </a:solidFill>
                <a:latin typeface="Helvetica" pitchFamily="2" charset="0"/>
                <a:cs typeface="Times New Roman" panose="02020603050405020304" pitchFamily="18" charset="0"/>
              </a:defRPr>
            </a:lvl1pPr>
            <a:lvl2pPr marL="1274733" indent="-490282">
              <a:defRPr sz="2200">
                <a:latin typeface="Trebuchet MS" pitchFamily="34" charset="0"/>
              </a:defRPr>
            </a:lvl2pPr>
            <a:lvl3pPr marL="1765015" indent="-490282">
              <a:defRPr sz="2200">
                <a:latin typeface="Trebuchet MS" pitchFamily="34" charset="0"/>
              </a:defRPr>
            </a:lvl3pPr>
            <a:lvl4pPr marL="2304325" indent="-539310">
              <a:defRPr sz="2200">
                <a:latin typeface="Trebuchet MS" pitchFamily="34" charset="0"/>
              </a:defRPr>
            </a:lvl4pPr>
            <a:lvl5pPr marL="2696551" indent="-392226">
              <a:defRPr sz="22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76466" y="5882179"/>
            <a:ext cx="12588688" cy="712250"/>
          </a:xfrm>
          <a:prstGeom prst="rect">
            <a:avLst/>
          </a:prstGeom>
          <a:solidFill>
            <a:schemeClr val="accent6"/>
          </a:solidFill>
        </p:spPr>
        <p:txBody>
          <a:bodyPr wrap="square" lIns="78446" tIns="78446" rIns="78446" bIns="78446" anchor="ctr" anchorCtr="0">
            <a:spAutoFit/>
          </a:bodyPr>
          <a:lstStyle>
            <a:lvl1pPr marL="0" indent="0" algn="l">
              <a:buNone/>
              <a:defRPr sz="3500" b="1" u="none" baseline="0">
                <a:solidFill>
                  <a:schemeClr val="bg1"/>
                </a:solidFill>
                <a:latin typeface="Helvetica" pitchFamily="2"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76462" y="15823039"/>
            <a:ext cx="12580738" cy="712250"/>
          </a:xfrm>
          <a:prstGeom prst="rect">
            <a:avLst/>
          </a:prstGeom>
          <a:solidFill>
            <a:schemeClr val="accent6"/>
          </a:solidFill>
        </p:spPr>
        <p:txBody>
          <a:bodyPr wrap="square" lIns="78446" tIns="78446" rIns="78446" bIns="78446" anchor="ctr" anchorCtr="0">
            <a:spAutoFit/>
          </a:bodyPr>
          <a:lstStyle>
            <a:lvl1pPr marL="0" indent="0" algn="l">
              <a:buNone/>
              <a:defRPr sz="3500" b="1" u="none" baseline="0">
                <a:solidFill>
                  <a:schemeClr val="bg1"/>
                </a:solidFill>
                <a:latin typeface="Helvetica" pitchFamily="2" charset="0"/>
              </a:defRPr>
            </a:lvl1pPr>
          </a:lstStyle>
          <a:p>
            <a:pPr lvl="0"/>
            <a:r>
              <a:rPr lang="en-US" dirty="0"/>
              <a:t>(click to edit)  OBJECTIVES</a:t>
            </a:r>
          </a:p>
        </p:txBody>
      </p:sp>
      <p:sp>
        <p:nvSpPr>
          <p:cNvPr id="25" name="Text Placeholder 5"/>
          <p:cNvSpPr>
            <a:spLocks noGrp="1"/>
          </p:cNvSpPr>
          <p:nvPr>
            <p:ph type="body" sz="quarter" idx="25" hasCustomPrompt="1"/>
          </p:nvPr>
        </p:nvSpPr>
        <p:spPr>
          <a:xfrm>
            <a:off x="14273397" y="5936930"/>
            <a:ext cx="12529213" cy="697033"/>
          </a:xfrm>
          <a:prstGeom prst="rect">
            <a:avLst/>
          </a:prstGeom>
          <a:solidFill>
            <a:schemeClr val="accent6"/>
          </a:solidFill>
        </p:spPr>
        <p:txBody>
          <a:bodyPr wrap="square" lIns="78446" tIns="78446" rIns="78446" bIns="78446" anchor="ctr" anchorCtr="0">
            <a:spAutoFit/>
          </a:bodyPr>
          <a:lstStyle>
            <a:lvl1pPr marL="0" indent="0" algn="l">
              <a:buNone/>
              <a:defRPr sz="3500" b="1" u="none" baseline="0">
                <a:solidFill>
                  <a:schemeClr val="bg1"/>
                </a:solidFill>
                <a:latin typeface="Helvetica" pitchFamily="2"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14273397" y="6658598"/>
            <a:ext cx="12529213" cy="888499"/>
          </a:xfrm>
          <a:prstGeom prst="rect">
            <a:avLst/>
          </a:prstGeom>
        </p:spPr>
        <p:txBody>
          <a:bodyPr wrap="square" lIns="196113" tIns="196113" rIns="196113" bIns="196113">
            <a:spAutoFit/>
          </a:bodyPr>
          <a:lstStyle>
            <a:lvl1pPr marL="0" indent="0">
              <a:buNone/>
              <a:defRPr sz="3200">
                <a:solidFill>
                  <a:schemeClr val="tx2"/>
                </a:solidFill>
                <a:latin typeface="Helvetica" pitchFamily="2" charset="0"/>
                <a:cs typeface="Times New Roman" panose="02020603050405020304" pitchFamily="18" charset="0"/>
              </a:defRPr>
            </a:lvl1pPr>
            <a:lvl2pPr marL="1274733" indent="-490282">
              <a:defRPr sz="2200">
                <a:latin typeface="Trebuchet MS" pitchFamily="34" charset="0"/>
              </a:defRPr>
            </a:lvl2pPr>
            <a:lvl3pPr marL="1765015" indent="-490282">
              <a:defRPr sz="2200">
                <a:latin typeface="Trebuchet MS" pitchFamily="34" charset="0"/>
              </a:defRPr>
            </a:lvl3pPr>
            <a:lvl4pPr marL="2304325" indent="-539310">
              <a:defRPr sz="2200">
                <a:latin typeface="Trebuchet MS" pitchFamily="34" charset="0"/>
              </a:defRPr>
            </a:lvl4pPr>
            <a:lvl5pPr marL="2696551" indent="-392226">
              <a:defRPr sz="22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4274641" y="15807823"/>
            <a:ext cx="12524411" cy="712250"/>
          </a:xfrm>
          <a:prstGeom prst="rect">
            <a:avLst/>
          </a:prstGeom>
          <a:solidFill>
            <a:schemeClr val="accent6"/>
          </a:solidFill>
        </p:spPr>
        <p:txBody>
          <a:bodyPr wrap="square" lIns="78446" tIns="78446" rIns="78446" bIns="78446" anchor="ctr" anchorCtr="0">
            <a:spAutoFit/>
          </a:bodyPr>
          <a:lstStyle>
            <a:lvl1pPr marL="0" indent="0" algn="l">
              <a:buNone/>
              <a:defRPr sz="3500" b="1" u="none" baseline="0">
                <a:solidFill>
                  <a:schemeClr val="bg1"/>
                </a:solidFill>
                <a:latin typeface="Helvetica" pitchFamily="2"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14274801" y="16517236"/>
            <a:ext cx="12529213" cy="888499"/>
          </a:xfrm>
          <a:prstGeom prst="rect">
            <a:avLst/>
          </a:prstGeom>
        </p:spPr>
        <p:txBody>
          <a:bodyPr wrap="square" lIns="196113" tIns="196113" rIns="196113" bIns="196113">
            <a:spAutoFit/>
          </a:bodyPr>
          <a:lstStyle>
            <a:lvl1pPr marL="0" indent="0">
              <a:buNone/>
              <a:defRPr sz="3200">
                <a:solidFill>
                  <a:schemeClr val="tx2"/>
                </a:solidFill>
                <a:latin typeface="Helvetica" pitchFamily="2" charset="0"/>
                <a:cs typeface="Times New Roman" panose="02020603050405020304" pitchFamily="18" charset="0"/>
              </a:defRPr>
            </a:lvl1pPr>
            <a:lvl2pPr marL="1274733" indent="-490282">
              <a:defRPr sz="2200">
                <a:latin typeface="Trebuchet MS" pitchFamily="34" charset="0"/>
              </a:defRPr>
            </a:lvl2pPr>
            <a:lvl3pPr marL="1765015" indent="-490282">
              <a:defRPr sz="2200">
                <a:latin typeface="Trebuchet MS" pitchFamily="34" charset="0"/>
              </a:defRPr>
            </a:lvl3pPr>
            <a:lvl4pPr marL="2304325" indent="-539310">
              <a:defRPr sz="2200">
                <a:latin typeface="Trebuchet MS" pitchFamily="34" charset="0"/>
              </a:defRPr>
            </a:lvl4pPr>
            <a:lvl5pPr marL="2696551" indent="-392226">
              <a:defRPr sz="22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4263361" y="28517574"/>
            <a:ext cx="12529213" cy="697034"/>
          </a:xfrm>
          <a:prstGeom prst="rect">
            <a:avLst/>
          </a:prstGeom>
          <a:solidFill>
            <a:schemeClr val="accent6"/>
          </a:solidFill>
        </p:spPr>
        <p:txBody>
          <a:bodyPr wrap="square" lIns="78446" tIns="78446" rIns="78446" bIns="78446" anchor="ctr" anchorCtr="0">
            <a:spAutoFit/>
          </a:bodyPr>
          <a:lstStyle>
            <a:lvl1pPr marL="0" indent="0" algn="l">
              <a:buNone/>
              <a:defRPr sz="3500" b="1" u="none" baseline="0">
                <a:solidFill>
                  <a:schemeClr val="bg1"/>
                </a:solidFill>
                <a:latin typeface="Helvetica" pitchFamily="2"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4263565" y="29227622"/>
            <a:ext cx="12535488" cy="888499"/>
          </a:xfrm>
          <a:prstGeom prst="rect">
            <a:avLst/>
          </a:prstGeom>
        </p:spPr>
        <p:txBody>
          <a:bodyPr wrap="square" lIns="196113" tIns="196113" rIns="196113" bIns="196113">
            <a:spAutoFit/>
          </a:bodyPr>
          <a:lstStyle>
            <a:lvl1pPr marL="0" indent="0">
              <a:buNone/>
              <a:defRPr sz="3200">
                <a:solidFill>
                  <a:schemeClr val="tx2"/>
                </a:solidFill>
                <a:latin typeface="Helvetica" pitchFamily="2" charset="0"/>
                <a:cs typeface="Times New Roman" panose="02020603050405020304" pitchFamily="18" charset="0"/>
              </a:defRPr>
            </a:lvl1pPr>
            <a:lvl2pPr marL="1274733" indent="-490282">
              <a:defRPr sz="2200">
                <a:latin typeface="Trebuchet MS" pitchFamily="34" charset="0"/>
              </a:defRPr>
            </a:lvl2pPr>
            <a:lvl3pPr marL="1765015" indent="-490282">
              <a:defRPr sz="2200">
                <a:latin typeface="Trebuchet MS" pitchFamily="34" charset="0"/>
              </a:defRPr>
            </a:lvl3pPr>
            <a:lvl4pPr marL="2304325" indent="-539310">
              <a:defRPr sz="2200">
                <a:latin typeface="Trebuchet MS" pitchFamily="34" charset="0"/>
              </a:defRPr>
            </a:lvl4pPr>
            <a:lvl5pPr marL="2696551" indent="-392226">
              <a:defRPr sz="22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65119" y="16517586"/>
            <a:ext cx="12588687" cy="888499"/>
          </a:xfrm>
          <a:prstGeom prst="rect">
            <a:avLst/>
          </a:prstGeom>
        </p:spPr>
        <p:txBody>
          <a:bodyPr wrap="square" lIns="196113" tIns="196113" rIns="196113" bIns="196113">
            <a:spAutoFit/>
          </a:bodyPr>
          <a:lstStyle>
            <a:lvl1pPr marL="0" indent="0">
              <a:buNone/>
              <a:defRPr sz="3200">
                <a:solidFill>
                  <a:schemeClr val="tx2"/>
                </a:solidFill>
                <a:latin typeface="Helvetica" pitchFamily="2" charset="0"/>
                <a:cs typeface="Times New Roman" panose="02020603050405020304" pitchFamily="18" charset="0"/>
              </a:defRPr>
            </a:lvl1pPr>
            <a:lvl2pPr marL="1274733" indent="-490282">
              <a:defRPr sz="2200">
                <a:latin typeface="Trebuchet MS" pitchFamily="34" charset="0"/>
              </a:defRPr>
            </a:lvl2pPr>
            <a:lvl3pPr marL="1765015" indent="-490282">
              <a:defRPr sz="2200">
                <a:latin typeface="Trebuchet MS" pitchFamily="34" charset="0"/>
              </a:defRPr>
            </a:lvl3pPr>
            <a:lvl4pPr marL="2304325" indent="-539310">
              <a:defRPr sz="2200">
                <a:latin typeface="Trebuchet MS" pitchFamily="34" charset="0"/>
              </a:defRPr>
            </a:lvl4pPr>
            <a:lvl5pPr marL="2696551" indent="-392226">
              <a:defRPr sz="22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576462" y="4318375"/>
            <a:ext cx="20420066" cy="787518"/>
          </a:xfrm>
          <a:prstGeom prst="rect">
            <a:avLst/>
          </a:prstGeom>
        </p:spPr>
        <p:txBody>
          <a:bodyPr lIns="95646" tIns="47823" rIns="95646" bIns="47823" anchor="t" anchorCtr="0">
            <a:normAutofit/>
          </a:bodyPr>
          <a:lstStyle>
            <a:lvl1pPr marL="0" indent="0" algn="l">
              <a:buFontTx/>
              <a:buNone/>
              <a:defRPr sz="5400" b="0" i="0">
                <a:solidFill>
                  <a:schemeClr val="tx2"/>
                </a:solidFill>
                <a:latin typeface="Helvetica Light" panose="020B0403020202020204" pitchFamily="34" charset="0"/>
              </a:defRPr>
            </a:lvl1pPr>
            <a:lvl2pPr>
              <a:buFontTx/>
              <a:buNone/>
              <a:defRPr sz="7500"/>
            </a:lvl2pPr>
            <a:lvl3pPr>
              <a:buFontTx/>
              <a:buNone/>
              <a:defRPr sz="7500"/>
            </a:lvl3pPr>
            <a:lvl4pPr>
              <a:buFontTx/>
              <a:buNone/>
              <a:defRPr sz="7500"/>
            </a:lvl4pPr>
            <a:lvl5pPr>
              <a:buFontTx/>
              <a:buNone/>
              <a:defRPr sz="7500"/>
            </a:lvl5pPr>
          </a:lstStyle>
          <a:p>
            <a:pPr lvl="0"/>
            <a:r>
              <a:rPr lang="en-US" dirty="0"/>
              <a:t>Click here to add affiliations</a:t>
            </a:r>
          </a:p>
        </p:txBody>
      </p:sp>
      <p:sp>
        <p:nvSpPr>
          <p:cNvPr id="79" name="Text Placeholder 76"/>
          <p:cNvSpPr>
            <a:spLocks noGrp="1"/>
          </p:cNvSpPr>
          <p:nvPr>
            <p:ph type="body" sz="quarter" idx="151" hasCustomPrompt="1"/>
          </p:nvPr>
        </p:nvSpPr>
        <p:spPr>
          <a:xfrm>
            <a:off x="576462" y="3285106"/>
            <a:ext cx="20420066" cy="762902"/>
          </a:xfrm>
          <a:prstGeom prst="rect">
            <a:avLst/>
          </a:prstGeom>
        </p:spPr>
        <p:txBody>
          <a:bodyPr lIns="95646" tIns="47823" rIns="95646" bIns="47823" anchor="t" anchorCtr="0">
            <a:normAutofit/>
          </a:bodyPr>
          <a:lstStyle>
            <a:lvl1pPr marL="0" indent="0" algn="l">
              <a:buFontTx/>
              <a:buNone/>
              <a:defRPr sz="5400" b="0" i="0">
                <a:solidFill>
                  <a:schemeClr val="tx2"/>
                </a:solidFill>
                <a:latin typeface="Helvetica Light" panose="020B0403020202020204" pitchFamily="34" charset="0"/>
              </a:defRPr>
            </a:lvl1pPr>
            <a:lvl2pPr>
              <a:buFontTx/>
              <a:buNone/>
              <a:defRPr sz="7500"/>
            </a:lvl2pPr>
            <a:lvl3pPr>
              <a:buFontTx/>
              <a:buNone/>
              <a:defRPr sz="7500"/>
            </a:lvl3pPr>
            <a:lvl4pPr>
              <a:buFontTx/>
              <a:buNone/>
              <a:defRPr sz="7500"/>
            </a:lvl4pPr>
            <a:lvl5pPr>
              <a:buFontTx/>
              <a:buNone/>
              <a:defRPr sz="7500"/>
            </a:lvl5pPr>
          </a:lstStyle>
          <a:p>
            <a:pPr lvl="0"/>
            <a:r>
              <a:rPr lang="en-US" dirty="0"/>
              <a:t>Click here to add authors</a:t>
            </a:r>
          </a:p>
        </p:txBody>
      </p:sp>
      <p:sp>
        <p:nvSpPr>
          <p:cNvPr id="80" name="Text Placeholder 76"/>
          <p:cNvSpPr>
            <a:spLocks noGrp="1"/>
          </p:cNvSpPr>
          <p:nvPr>
            <p:ph type="body" sz="quarter" idx="153" hasCustomPrompt="1"/>
          </p:nvPr>
        </p:nvSpPr>
        <p:spPr>
          <a:xfrm>
            <a:off x="576462" y="1366912"/>
            <a:ext cx="20420066" cy="1664193"/>
          </a:xfrm>
          <a:prstGeom prst="rect">
            <a:avLst/>
          </a:prstGeom>
        </p:spPr>
        <p:txBody>
          <a:bodyPr lIns="95646" tIns="47823" rIns="95646" bIns="47823" anchor="t" anchorCtr="0">
            <a:normAutofit/>
          </a:bodyPr>
          <a:lstStyle>
            <a:lvl1pPr marL="0" indent="0" algn="l">
              <a:buFontTx/>
              <a:buNone/>
              <a:defRPr sz="9600" b="0" i="0">
                <a:solidFill>
                  <a:schemeClr val="tx2"/>
                </a:solidFill>
                <a:latin typeface="Helvetica Light" panose="020B0403020202020204" pitchFamily="34" charset="0"/>
              </a:defRPr>
            </a:lvl1pPr>
            <a:lvl2pPr>
              <a:buFontTx/>
              <a:buNone/>
              <a:defRPr sz="7500"/>
            </a:lvl2pPr>
            <a:lvl3pPr>
              <a:buFontTx/>
              <a:buNone/>
              <a:defRPr sz="7500"/>
            </a:lvl3pPr>
            <a:lvl4pPr>
              <a:buFontTx/>
              <a:buNone/>
              <a:defRPr sz="7500"/>
            </a:lvl4pPr>
            <a:lvl5pPr>
              <a:buFontTx/>
              <a:buNone/>
              <a:defRPr sz="75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0D6D35B-BF84-2543-92DA-0331C28060CB}"/>
              </a:ext>
            </a:extLst>
          </p:cNvPr>
          <p:cNvSpPr>
            <a:spLocks noGrp="1"/>
          </p:cNvSpPr>
          <p:nvPr>
            <p:ph type="body" sz="quarter" idx="10" hasCustomPrompt="1"/>
          </p:nvPr>
        </p:nvSpPr>
        <p:spPr>
          <a:xfrm>
            <a:off x="565119" y="6528687"/>
            <a:ext cx="12598633" cy="888499"/>
          </a:xfrm>
          <a:prstGeom prst="rect">
            <a:avLst/>
          </a:prstGeom>
        </p:spPr>
        <p:txBody>
          <a:bodyPr wrap="square" lIns="196113" tIns="196113" rIns="196113" bIns="196113">
            <a:spAutoFit/>
          </a:bodyPr>
          <a:lstStyle>
            <a:lvl1pPr marL="0" indent="0">
              <a:buNone/>
              <a:defRPr sz="3200">
                <a:solidFill>
                  <a:schemeClr val="tx2"/>
                </a:solidFill>
                <a:latin typeface="Helvetica" pitchFamily="2" charset="0"/>
                <a:cs typeface="Times New Roman" panose="02020603050405020304" pitchFamily="18" charset="0"/>
              </a:defRPr>
            </a:lvl1pPr>
            <a:lvl2pPr marL="1274733" indent="-490282">
              <a:defRPr sz="2200">
                <a:latin typeface="Trebuchet MS" pitchFamily="34" charset="0"/>
              </a:defRPr>
            </a:lvl2pPr>
            <a:lvl3pPr marL="1765015" indent="-490282">
              <a:defRPr sz="2200">
                <a:latin typeface="Trebuchet MS" pitchFamily="34" charset="0"/>
              </a:defRPr>
            </a:lvl3pPr>
            <a:lvl4pPr marL="2304325" indent="-539310">
              <a:defRPr sz="2200">
                <a:latin typeface="Trebuchet MS" pitchFamily="34" charset="0"/>
              </a:defRPr>
            </a:lvl4pPr>
            <a:lvl5pPr marL="2696551" indent="-392226">
              <a:defRPr sz="2200">
                <a:latin typeface="Trebuchet MS" pitchFamily="34" charset="0"/>
              </a:defRPr>
            </a:lvl5pPr>
          </a:lstStyle>
          <a:p>
            <a:pPr lvl="0"/>
            <a:r>
              <a:rPr lang="en-US" dirty="0"/>
              <a:t>Type in or paste your text here</a:t>
            </a:r>
          </a:p>
        </p:txBody>
      </p:sp>
      <p:sp>
        <p:nvSpPr>
          <p:cNvPr id="17" name="Text Placeholder 5">
            <a:extLst>
              <a:ext uri="{FF2B5EF4-FFF2-40B4-BE49-F238E27FC236}">
                <a16:creationId xmlns:a16="http://schemas.microsoft.com/office/drawing/2014/main" id="{0E67470E-2069-0247-A2C5-549920E25D22}"/>
              </a:ext>
            </a:extLst>
          </p:cNvPr>
          <p:cNvSpPr>
            <a:spLocks noGrp="1"/>
          </p:cNvSpPr>
          <p:nvPr>
            <p:ph type="body" sz="quarter" idx="11" hasCustomPrompt="1"/>
          </p:nvPr>
        </p:nvSpPr>
        <p:spPr>
          <a:xfrm>
            <a:off x="576466" y="5882179"/>
            <a:ext cx="12588688" cy="712250"/>
          </a:xfrm>
          <a:prstGeom prst="rect">
            <a:avLst/>
          </a:prstGeom>
          <a:solidFill>
            <a:schemeClr val="accent6"/>
          </a:solidFill>
        </p:spPr>
        <p:txBody>
          <a:bodyPr wrap="square" lIns="78446" tIns="78446" rIns="78446" bIns="78446" anchor="ctr" anchorCtr="0">
            <a:spAutoFit/>
          </a:bodyPr>
          <a:lstStyle>
            <a:lvl1pPr marL="0" indent="0" algn="l">
              <a:buNone/>
              <a:defRPr sz="3500" b="1" u="none" baseline="0">
                <a:solidFill>
                  <a:schemeClr val="bg1"/>
                </a:solidFill>
                <a:latin typeface="Helvetica" pitchFamily="2" charset="0"/>
              </a:defRPr>
            </a:lvl1pPr>
          </a:lstStyle>
          <a:p>
            <a:pPr lvl="0"/>
            <a:r>
              <a:rPr lang="en-US" dirty="0"/>
              <a:t>(click to edit) INTRODUCTION or ABSTRACT</a:t>
            </a:r>
          </a:p>
        </p:txBody>
      </p:sp>
      <p:sp>
        <p:nvSpPr>
          <p:cNvPr id="18" name="Text Placeholder 5">
            <a:extLst>
              <a:ext uri="{FF2B5EF4-FFF2-40B4-BE49-F238E27FC236}">
                <a16:creationId xmlns:a16="http://schemas.microsoft.com/office/drawing/2014/main" id="{EBF0BE94-5404-4541-8F90-23226B2C1A48}"/>
              </a:ext>
            </a:extLst>
          </p:cNvPr>
          <p:cNvSpPr>
            <a:spLocks noGrp="1"/>
          </p:cNvSpPr>
          <p:nvPr>
            <p:ph type="body" sz="quarter" idx="20" hasCustomPrompt="1"/>
          </p:nvPr>
        </p:nvSpPr>
        <p:spPr>
          <a:xfrm>
            <a:off x="576462" y="15823039"/>
            <a:ext cx="12580738" cy="712250"/>
          </a:xfrm>
          <a:prstGeom prst="rect">
            <a:avLst/>
          </a:prstGeom>
          <a:solidFill>
            <a:schemeClr val="accent6"/>
          </a:solidFill>
        </p:spPr>
        <p:txBody>
          <a:bodyPr wrap="square" lIns="78446" tIns="78446" rIns="78446" bIns="78446" anchor="ctr" anchorCtr="0">
            <a:spAutoFit/>
          </a:bodyPr>
          <a:lstStyle>
            <a:lvl1pPr marL="0" indent="0" algn="l">
              <a:buNone/>
              <a:defRPr sz="3500" b="1" u="none" baseline="0">
                <a:solidFill>
                  <a:schemeClr val="bg1"/>
                </a:solidFill>
                <a:latin typeface="Helvetica" pitchFamily="2" charset="0"/>
              </a:defRPr>
            </a:lvl1pPr>
          </a:lstStyle>
          <a:p>
            <a:pPr lvl="0"/>
            <a:r>
              <a:rPr lang="en-US" dirty="0"/>
              <a:t>(click to edit)  OBJECTIVES</a:t>
            </a:r>
          </a:p>
        </p:txBody>
      </p:sp>
      <p:sp>
        <p:nvSpPr>
          <p:cNvPr id="19" name="Text Placeholder 5">
            <a:extLst>
              <a:ext uri="{FF2B5EF4-FFF2-40B4-BE49-F238E27FC236}">
                <a16:creationId xmlns:a16="http://schemas.microsoft.com/office/drawing/2014/main" id="{84F03BD7-4104-5C47-8D6D-A9132AF0BD0F}"/>
              </a:ext>
            </a:extLst>
          </p:cNvPr>
          <p:cNvSpPr>
            <a:spLocks noGrp="1"/>
          </p:cNvSpPr>
          <p:nvPr>
            <p:ph type="body" sz="quarter" idx="25" hasCustomPrompt="1"/>
          </p:nvPr>
        </p:nvSpPr>
        <p:spPr>
          <a:xfrm>
            <a:off x="14273397" y="5936930"/>
            <a:ext cx="12529213" cy="697033"/>
          </a:xfrm>
          <a:prstGeom prst="rect">
            <a:avLst/>
          </a:prstGeom>
          <a:solidFill>
            <a:schemeClr val="accent6"/>
          </a:solidFill>
        </p:spPr>
        <p:txBody>
          <a:bodyPr wrap="square" lIns="78446" tIns="78446" rIns="78446" bIns="78446" anchor="ctr" anchorCtr="0">
            <a:spAutoFit/>
          </a:bodyPr>
          <a:lstStyle>
            <a:lvl1pPr marL="0" indent="0" algn="l">
              <a:buNone/>
              <a:defRPr sz="3500" b="1" u="none" baseline="0">
                <a:solidFill>
                  <a:schemeClr val="bg1"/>
                </a:solidFill>
                <a:latin typeface="Helvetica" pitchFamily="2" charset="0"/>
              </a:defRPr>
            </a:lvl1pPr>
          </a:lstStyle>
          <a:p>
            <a:pPr lvl="0"/>
            <a:r>
              <a:rPr lang="en-US" dirty="0"/>
              <a:t>(click to edit)  CONCLUSIONS</a:t>
            </a:r>
          </a:p>
        </p:txBody>
      </p:sp>
      <p:sp>
        <p:nvSpPr>
          <p:cNvPr id="21" name="Text Placeholder 3">
            <a:extLst>
              <a:ext uri="{FF2B5EF4-FFF2-40B4-BE49-F238E27FC236}">
                <a16:creationId xmlns:a16="http://schemas.microsoft.com/office/drawing/2014/main" id="{36B70753-7013-2A4C-BD90-5D59ACFC945E}"/>
              </a:ext>
            </a:extLst>
          </p:cNvPr>
          <p:cNvSpPr>
            <a:spLocks noGrp="1"/>
          </p:cNvSpPr>
          <p:nvPr>
            <p:ph type="body" sz="quarter" idx="26" hasCustomPrompt="1"/>
          </p:nvPr>
        </p:nvSpPr>
        <p:spPr>
          <a:xfrm>
            <a:off x="14273397" y="6658598"/>
            <a:ext cx="12529213" cy="888499"/>
          </a:xfrm>
          <a:prstGeom prst="rect">
            <a:avLst/>
          </a:prstGeom>
        </p:spPr>
        <p:txBody>
          <a:bodyPr wrap="square" lIns="196113" tIns="196113" rIns="196113" bIns="196113">
            <a:spAutoFit/>
          </a:bodyPr>
          <a:lstStyle>
            <a:lvl1pPr marL="0" indent="0">
              <a:buNone/>
              <a:defRPr sz="3200">
                <a:solidFill>
                  <a:schemeClr val="tx2"/>
                </a:solidFill>
                <a:latin typeface="Helvetica" pitchFamily="2" charset="0"/>
                <a:cs typeface="Times New Roman" panose="02020603050405020304" pitchFamily="18" charset="0"/>
              </a:defRPr>
            </a:lvl1pPr>
            <a:lvl2pPr marL="1274733" indent="-490282">
              <a:defRPr sz="2200">
                <a:latin typeface="Trebuchet MS" pitchFamily="34" charset="0"/>
              </a:defRPr>
            </a:lvl2pPr>
            <a:lvl3pPr marL="1765015" indent="-490282">
              <a:defRPr sz="2200">
                <a:latin typeface="Trebuchet MS" pitchFamily="34" charset="0"/>
              </a:defRPr>
            </a:lvl3pPr>
            <a:lvl4pPr marL="2304325" indent="-539310">
              <a:defRPr sz="2200">
                <a:latin typeface="Trebuchet MS" pitchFamily="34" charset="0"/>
              </a:defRPr>
            </a:lvl4pPr>
            <a:lvl5pPr marL="2696551" indent="-392226">
              <a:defRPr sz="2200">
                <a:latin typeface="Trebuchet MS" pitchFamily="34" charset="0"/>
              </a:defRPr>
            </a:lvl5pPr>
          </a:lstStyle>
          <a:p>
            <a:pPr lvl="0"/>
            <a:r>
              <a:rPr lang="en-US" dirty="0"/>
              <a:t>Type in or paste your text here</a:t>
            </a:r>
          </a:p>
        </p:txBody>
      </p:sp>
      <p:sp>
        <p:nvSpPr>
          <p:cNvPr id="22" name="Text Placeholder 5">
            <a:extLst>
              <a:ext uri="{FF2B5EF4-FFF2-40B4-BE49-F238E27FC236}">
                <a16:creationId xmlns:a16="http://schemas.microsoft.com/office/drawing/2014/main" id="{8AED06A5-20A9-0948-A134-5B15274F1A62}"/>
              </a:ext>
            </a:extLst>
          </p:cNvPr>
          <p:cNvSpPr>
            <a:spLocks noGrp="1"/>
          </p:cNvSpPr>
          <p:nvPr>
            <p:ph type="body" sz="quarter" idx="27" hasCustomPrompt="1"/>
          </p:nvPr>
        </p:nvSpPr>
        <p:spPr>
          <a:xfrm>
            <a:off x="14274641" y="15807823"/>
            <a:ext cx="12524411" cy="712250"/>
          </a:xfrm>
          <a:prstGeom prst="rect">
            <a:avLst/>
          </a:prstGeom>
          <a:solidFill>
            <a:schemeClr val="accent6"/>
          </a:solidFill>
        </p:spPr>
        <p:txBody>
          <a:bodyPr wrap="square" lIns="78446" tIns="78446" rIns="78446" bIns="78446" anchor="ctr" anchorCtr="0">
            <a:spAutoFit/>
          </a:bodyPr>
          <a:lstStyle>
            <a:lvl1pPr marL="0" indent="0" algn="l">
              <a:buNone/>
              <a:defRPr sz="3500" b="1" u="none" baseline="0">
                <a:solidFill>
                  <a:schemeClr val="bg1"/>
                </a:solidFill>
                <a:latin typeface="Helvetica" pitchFamily="2" charset="0"/>
              </a:defRPr>
            </a:lvl1pPr>
          </a:lstStyle>
          <a:p>
            <a:pPr lvl="0"/>
            <a:r>
              <a:rPr lang="en-US" dirty="0"/>
              <a:t>(click to edit)  REFERENCES</a:t>
            </a:r>
          </a:p>
        </p:txBody>
      </p:sp>
      <p:sp>
        <p:nvSpPr>
          <p:cNvPr id="23" name="Text Placeholder 3">
            <a:extLst>
              <a:ext uri="{FF2B5EF4-FFF2-40B4-BE49-F238E27FC236}">
                <a16:creationId xmlns:a16="http://schemas.microsoft.com/office/drawing/2014/main" id="{ADFB2D5A-4385-504F-B4BD-D86C35819083}"/>
              </a:ext>
            </a:extLst>
          </p:cNvPr>
          <p:cNvSpPr>
            <a:spLocks noGrp="1"/>
          </p:cNvSpPr>
          <p:nvPr>
            <p:ph type="body" sz="quarter" idx="28" hasCustomPrompt="1"/>
          </p:nvPr>
        </p:nvSpPr>
        <p:spPr>
          <a:xfrm>
            <a:off x="14274801" y="16517236"/>
            <a:ext cx="12529213" cy="888499"/>
          </a:xfrm>
          <a:prstGeom prst="rect">
            <a:avLst/>
          </a:prstGeom>
        </p:spPr>
        <p:txBody>
          <a:bodyPr wrap="square" lIns="196113" tIns="196113" rIns="196113" bIns="196113">
            <a:spAutoFit/>
          </a:bodyPr>
          <a:lstStyle>
            <a:lvl1pPr marL="0" indent="0">
              <a:buNone/>
              <a:defRPr sz="3200">
                <a:solidFill>
                  <a:schemeClr val="tx2"/>
                </a:solidFill>
                <a:latin typeface="Helvetica" pitchFamily="2" charset="0"/>
                <a:cs typeface="Times New Roman" panose="02020603050405020304" pitchFamily="18" charset="0"/>
              </a:defRPr>
            </a:lvl1pPr>
            <a:lvl2pPr marL="1274733" indent="-490282">
              <a:defRPr sz="2200">
                <a:latin typeface="Trebuchet MS" pitchFamily="34" charset="0"/>
              </a:defRPr>
            </a:lvl2pPr>
            <a:lvl3pPr marL="1765015" indent="-490282">
              <a:defRPr sz="2200">
                <a:latin typeface="Trebuchet MS" pitchFamily="34" charset="0"/>
              </a:defRPr>
            </a:lvl3pPr>
            <a:lvl4pPr marL="2304325" indent="-539310">
              <a:defRPr sz="2200">
                <a:latin typeface="Trebuchet MS" pitchFamily="34" charset="0"/>
              </a:defRPr>
            </a:lvl4pPr>
            <a:lvl5pPr marL="2696551" indent="-392226">
              <a:defRPr sz="2200">
                <a:latin typeface="Trebuchet MS" pitchFamily="34" charset="0"/>
              </a:defRPr>
            </a:lvl5pPr>
          </a:lstStyle>
          <a:p>
            <a:pPr lvl="0"/>
            <a:r>
              <a:rPr lang="en-US" dirty="0"/>
              <a:t>Type in or paste your text here</a:t>
            </a:r>
          </a:p>
        </p:txBody>
      </p:sp>
      <p:sp>
        <p:nvSpPr>
          <p:cNvPr id="24" name="Text Placeholder 5">
            <a:extLst>
              <a:ext uri="{FF2B5EF4-FFF2-40B4-BE49-F238E27FC236}">
                <a16:creationId xmlns:a16="http://schemas.microsoft.com/office/drawing/2014/main" id="{404410FD-E3D6-A741-9BF5-3A48528295ED}"/>
              </a:ext>
            </a:extLst>
          </p:cNvPr>
          <p:cNvSpPr>
            <a:spLocks noGrp="1"/>
          </p:cNvSpPr>
          <p:nvPr>
            <p:ph type="body" sz="quarter" idx="29" hasCustomPrompt="1"/>
          </p:nvPr>
        </p:nvSpPr>
        <p:spPr>
          <a:xfrm>
            <a:off x="14263361" y="28517574"/>
            <a:ext cx="12529213" cy="697034"/>
          </a:xfrm>
          <a:prstGeom prst="rect">
            <a:avLst/>
          </a:prstGeom>
          <a:solidFill>
            <a:schemeClr val="accent6"/>
          </a:solidFill>
        </p:spPr>
        <p:txBody>
          <a:bodyPr wrap="square" lIns="78446" tIns="78446" rIns="78446" bIns="78446" anchor="ctr" anchorCtr="0">
            <a:spAutoFit/>
          </a:bodyPr>
          <a:lstStyle>
            <a:lvl1pPr marL="0" indent="0" algn="l">
              <a:buNone/>
              <a:defRPr sz="3500" b="1" u="none" baseline="0">
                <a:solidFill>
                  <a:schemeClr val="bg1"/>
                </a:solidFill>
                <a:latin typeface="Helvetica" pitchFamily="2" charset="0"/>
              </a:defRPr>
            </a:lvl1pPr>
          </a:lstStyle>
          <a:p>
            <a:pPr lvl="0"/>
            <a:r>
              <a:rPr lang="en-US" dirty="0"/>
              <a:t>(click to edit)  ACKNOWLEDGEMENTS or  CONTACT</a:t>
            </a:r>
          </a:p>
        </p:txBody>
      </p:sp>
      <p:sp>
        <p:nvSpPr>
          <p:cNvPr id="31" name="Text Placeholder 3">
            <a:extLst>
              <a:ext uri="{FF2B5EF4-FFF2-40B4-BE49-F238E27FC236}">
                <a16:creationId xmlns:a16="http://schemas.microsoft.com/office/drawing/2014/main" id="{74643D01-9E90-AC49-B935-2B13A7A66D36}"/>
              </a:ext>
            </a:extLst>
          </p:cNvPr>
          <p:cNvSpPr>
            <a:spLocks noGrp="1"/>
          </p:cNvSpPr>
          <p:nvPr>
            <p:ph type="body" sz="quarter" idx="30" hasCustomPrompt="1"/>
          </p:nvPr>
        </p:nvSpPr>
        <p:spPr>
          <a:xfrm>
            <a:off x="14263565" y="29227622"/>
            <a:ext cx="12535488" cy="888499"/>
          </a:xfrm>
          <a:prstGeom prst="rect">
            <a:avLst/>
          </a:prstGeom>
        </p:spPr>
        <p:txBody>
          <a:bodyPr wrap="square" lIns="196113" tIns="196113" rIns="196113" bIns="196113">
            <a:spAutoFit/>
          </a:bodyPr>
          <a:lstStyle>
            <a:lvl1pPr marL="0" indent="0">
              <a:buNone/>
              <a:defRPr sz="3200">
                <a:solidFill>
                  <a:schemeClr val="tx2"/>
                </a:solidFill>
                <a:latin typeface="Helvetica" pitchFamily="2" charset="0"/>
                <a:cs typeface="Times New Roman" panose="02020603050405020304" pitchFamily="18" charset="0"/>
              </a:defRPr>
            </a:lvl1pPr>
            <a:lvl2pPr marL="1274733" indent="-490282">
              <a:defRPr sz="2200">
                <a:latin typeface="Trebuchet MS" pitchFamily="34" charset="0"/>
              </a:defRPr>
            </a:lvl2pPr>
            <a:lvl3pPr marL="1765015" indent="-490282">
              <a:defRPr sz="2200">
                <a:latin typeface="Trebuchet MS" pitchFamily="34" charset="0"/>
              </a:defRPr>
            </a:lvl3pPr>
            <a:lvl4pPr marL="2304325" indent="-539310">
              <a:defRPr sz="2200">
                <a:latin typeface="Trebuchet MS" pitchFamily="34" charset="0"/>
              </a:defRPr>
            </a:lvl4pPr>
            <a:lvl5pPr marL="2696551" indent="-392226">
              <a:defRPr sz="2200">
                <a:latin typeface="Trebuchet MS" pitchFamily="34" charset="0"/>
              </a:defRPr>
            </a:lvl5pPr>
          </a:lstStyle>
          <a:p>
            <a:pPr lvl="0"/>
            <a:r>
              <a:rPr lang="en-US" dirty="0"/>
              <a:t>Type in or paste your text here</a:t>
            </a:r>
          </a:p>
        </p:txBody>
      </p:sp>
      <p:sp>
        <p:nvSpPr>
          <p:cNvPr id="32" name="Text Placeholder 3">
            <a:extLst>
              <a:ext uri="{FF2B5EF4-FFF2-40B4-BE49-F238E27FC236}">
                <a16:creationId xmlns:a16="http://schemas.microsoft.com/office/drawing/2014/main" id="{72FD442B-6CC3-7C4D-A0F4-DC7320293C69}"/>
              </a:ext>
            </a:extLst>
          </p:cNvPr>
          <p:cNvSpPr>
            <a:spLocks noGrp="1"/>
          </p:cNvSpPr>
          <p:nvPr>
            <p:ph type="body" sz="quarter" idx="96" hasCustomPrompt="1"/>
          </p:nvPr>
        </p:nvSpPr>
        <p:spPr>
          <a:xfrm>
            <a:off x="565119" y="16517586"/>
            <a:ext cx="12588687" cy="888499"/>
          </a:xfrm>
          <a:prstGeom prst="rect">
            <a:avLst/>
          </a:prstGeom>
        </p:spPr>
        <p:txBody>
          <a:bodyPr wrap="square" lIns="196113" tIns="196113" rIns="196113" bIns="196113">
            <a:spAutoFit/>
          </a:bodyPr>
          <a:lstStyle>
            <a:lvl1pPr marL="0" indent="0">
              <a:buNone/>
              <a:defRPr sz="3200">
                <a:solidFill>
                  <a:schemeClr val="tx2"/>
                </a:solidFill>
                <a:latin typeface="Helvetica" pitchFamily="2" charset="0"/>
                <a:cs typeface="Times New Roman" panose="02020603050405020304" pitchFamily="18" charset="0"/>
              </a:defRPr>
            </a:lvl1pPr>
            <a:lvl2pPr marL="1274733" indent="-490282">
              <a:defRPr sz="2200">
                <a:latin typeface="Trebuchet MS" pitchFamily="34" charset="0"/>
              </a:defRPr>
            </a:lvl2pPr>
            <a:lvl3pPr marL="1765015" indent="-490282">
              <a:defRPr sz="2200">
                <a:latin typeface="Trebuchet MS" pitchFamily="34" charset="0"/>
              </a:defRPr>
            </a:lvl3pPr>
            <a:lvl4pPr marL="2304325" indent="-539310">
              <a:defRPr sz="2200">
                <a:latin typeface="Trebuchet MS" pitchFamily="34" charset="0"/>
              </a:defRPr>
            </a:lvl4pPr>
            <a:lvl5pPr marL="2696551" indent="-392226">
              <a:defRPr sz="2200">
                <a:latin typeface="Trebuchet MS" pitchFamily="34" charset="0"/>
              </a:defRPr>
            </a:lvl5pPr>
          </a:lstStyle>
          <a:p>
            <a:pPr lvl="0"/>
            <a:r>
              <a:rPr lang="en-US" dirty="0"/>
              <a:t>Type in or paste your text here</a:t>
            </a:r>
          </a:p>
        </p:txBody>
      </p:sp>
      <p:sp>
        <p:nvSpPr>
          <p:cNvPr id="33" name="Text Placeholder 76">
            <a:extLst>
              <a:ext uri="{FF2B5EF4-FFF2-40B4-BE49-F238E27FC236}">
                <a16:creationId xmlns:a16="http://schemas.microsoft.com/office/drawing/2014/main" id="{9747FE7D-AC81-AD47-963F-F2E14AA9747F}"/>
              </a:ext>
            </a:extLst>
          </p:cNvPr>
          <p:cNvSpPr>
            <a:spLocks noGrp="1"/>
          </p:cNvSpPr>
          <p:nvPr>
            <p:ph type="body" sz="quarter" idx="150" hasCustomPrompt="1"/>
          </p:nvPr>
        </p:nvSpPr>
        <p:spPr>
          <a:xfrm>
            <a:off x="576462" y="4318375"/>
            <a:ext cx="20420066" cy="787518"/>
          </a:xfrm>
          <a:prstGeom prst="rect">
            <a:avLst/>
          </a:prstGeom>
        </p:spPr>
        <p:txBody>
          <a:bodyPr lIns="95646" tIns="47823" rIns="95646" bIns="47823" anchor="t" anchorCtr="0">
            <a:normAutofit/>
          </a:bodyPr>
          <a:lstStyle>
            <a:lvl1pPr marL="0" indent="0" algn="l">
              <a:buFontTx/>
              <a:buNone/>
              <a:defRPr sz="5400" b="0" i="0">
                <a:solidFill>
                  <a:schemeClr val="tx2"/>
                </a:solidFill>
                <a:latin typeface="Helvetica Light" panose="020B0403020202020204" pitchFamily="34" charset="0"/>
              </a:defRPr>
            </a:lvl1pPr>
            <a:lvl2pPr>
              <a:buFontTx/>
              <a:buNone/>
              <a:defRPr sz="7500"/>
            </a:lvl2pPr>
            <a:lvl3pPr>
              <a:buFontTx/>
              <a:buNone/>
              <a:defRPr sz="7500"/>
            </a:lvl3pPr>
            <a:lvl4pPr>
              <a:buFontTx/>
              <a:buNone/>
              <a:defRPr sz="7500"/>
            </a:lvl4pPr>
            <a:lvl5pPr>
              <a:buFontTx/>
              <a:buNone/>
              <a:defRPr sz="7500"/>
            </a:lvl5pPr>
          </a:lstStyle>
          <a:p>
            <a:pPr lvl="0"/>
            <a:r>
              <a:rPr lang="en-US" dirty="0"/>
              <a:t>Click here to add affiliations</a:t>
            </a:r>
          </a:p>
        </p:txBody>
      </p:sp>
      <p:sp>
        <p:nvSpPr>
          <p:cNvPr id="34" name="Text Placeholder 76">
            <a:extLst>
              <a:ext uri="{FF2B5EF4-FFF2-40B4-BE49-F238E27FC236}">
                <a16:creationId xmlns:a16="http://schemas.microsoft.com/office/drawing/2014/main" id="{B7EC434E-731B-884C-BB6B-DEFFF8EC666E}"/>
              </a:ext>
            </a:extLst>
          </p:cNvPr>
          <p:cNvSpPr>
            <a:spLocks noGrp="1"/>
          </p:cNvSpPr>
          <p:nvPr>
            <p:ph type="body" sz="quarter" idx="151" hasCustomPrompt="1"/>
          </p:nvPr>
        </p:nvSpPr>
        <p:spPr>
          <a:xfrm>
            <a:off x="576462" y="3285106"/>
            <a:ext cx="20420066" cy="762902"/>
          </a:xfrm>
          <a:prstGeom prst="rect">
            <a:avLst/>
          </a:prstGeom>
        </p:spPr>
        <p:txBody>
          <a:bodyPr lIns="95646" tIns="47823" rIns="95646" bIns="47823" anchor="t" anchorCtr="0">
            <a:normAutofit/>
          </a:bodyPr>
          <a:lstStyle>
            <a:lvl1pPr marL="0" indent="0" algn="l">
              <a:buFontTx/>
              <a:buNone/>
              <a:defRPr sz="5400" b="0" i="0">
                <a:solidFill>
                  <a:schemeClr val="tx2"/>
                </a:solidFill>
                <a:latin typeface="Helvetica Light" panose="020B0403020202020204" pitchFamily="34" charset="0"/>
              </a:defRPr>
            </a:lvl1pPr>
            <a:lvl2pPr>
              <a:buFontTx/>
              <a:buNone/>
              <a:defRPr sz="7500"/>
            </a:lvl2pPr>
            <a:lvl3pPr>
              <a:buFontTx/>
              <a:buNone/>
              <a:defRPr sz="7500"/>
            </a:lvl3pPr>
            <a:lvl4pPr>
              <a:buFontTx/>
              <a:buNone/>
              <a:defRPr sz="7500"/>
            </a:lvl4pPr>
            <a:lvl5pPr>
              <a:buFontTx/>
              <a:buNone/>
              <a:defRPr sz="7500"/>
            </a:lvl5pPr>
          </a:lstStyle>
          <a:p>
            <a:pPr lvl="0"/>
            <a:r>
              <a:rPr lang="en-US" dirty="0"/>
              <a:t>Click here to add authors</a:t>
            </a:r>
          </a:p>
        </p:txBody>
      </p:sp>
      <p:sp>
        <p:nvSpPr>
          <p:cNvPr id="35" name="Text Placeholder 76">
            <a:extLst>
              <a:ext uri="{FF2B5EF4-FFF2-40B4-BE49-F238E27FC236}">
                <a16:creationId xmlns:a16="http://schemas.microsoft.com/office/drawing/2014/main" id="{A82BFA58-0299-AF45-9301-1CF697C54D5F}"/>
              </a:ext>
            </a:extLst>
          </p:cNvPr>
          <p:cNvSpPr>
            <a:spLocks noGrp="1"/>
          </p:cNvSpPr>
          <p:nvPr>
            <p:ph type="body" sz="quarter" idx="153" hasCustomPrompt="1"/>
          </p:nvPr>
        </p:nvSpPr>
        <p:spPr>
          <a:xfrm>
            <a:off x="576462" y="1366912"/>
            <a:ext cx="20420066" cy="1664193"/>
          </a:xfrm>
          <a:prstGeom prst="rect">
            <a:avLst/>
          </a:prstGeom>
        </p:spPr>
        <p:txBody>
          <a:bodyPr lIns="95646" tIns="47823" rIns="95646" bIns="47823" anchor="t" anchorCtr="0">
            <a:normAutofit/>
          </a:bodyPr>
          <a:lstStyle>
            <a:lvl1pPr marL="0" indent="0" algn="l">
              <a:buFontTx/>
              <a:buNone/>
              <a:defRPr sz="9600" b="0" i="0">
                <a:solidFill>
                  <a:schemeClr val="tx2"/>
                </a:solidFill>
                <a:latin typeface="Helvetica Light" panose="020B0403020202020204" pitchFamily="34" charset="0"/>
              </a:defRPr>
            </a:lvl1pPr>
            <a:lvl2pPr>
              <a:buFontTx/>
              <a:buNone/>
              <a:defRPr sz="7500"/>
            </a:lvl2pPr>
            <a:lvl3pPr>
              <a:buFontTx/>
              <a:buNone/>
              <a:defRPr sz="7500"/>
            </a:lvl3pPr>
            <a:lvl4pPr>
              <a:buFontTx/>
              <a:buNone/>
              <a:defRPr sz="7500"/>
            </a:lvl4pPr>
            <a:lvl5pPr>
              <a:buFontTx/>
              <a:buNone/>
              <a:defRPr sz="7500"/>
            </a:lvl5pPr>
          </a:lstStyle>
          <a:p>
            <a:pPr lvl="0"/>
            <a:r>
              <a:rPr lang="en-US" dirty="0"/>
              <a:t>Click here to add title</a:t>
            </a:r>
          </a:p>
        </p:txBody>
      </p:sp>
      <p:cxnSp>
        <p:nvCxnSpPr>
          <p:cNvPr id="36" name="Straight Connector 35">
            <a:extLst>
              <a:ext uri="{FF2B5EF4-FFF2-40B4-BE49-F238E27FC236}">
                <a16:creationId xmlns:a16="http://schemas.microsoft.com/office/drawing/2014/main" id="{1215C6C6-5B51-A947-B2BE-0DCC315002FE}"/>
              </a:ext>
            </a:extLst>
          </p:cNvPr>
          <p:cNvCxnSpPr>
            <a:cxnSpLocks/>
          </p:cNvCxnSpPr>
          <p:nvPr userDrawn="1"/>
        </p:nvCxnSpPr>
        <p:spPr>
          <a:xfrm>
            <a:off x="13716000" y="5882179"/>
            <a:ext cx="0" cy="29322221"/>
          </a:xfrm>
          <a:prstGeom prst="line">
            <a:avLst/>
          </a:prstGeom>
          <a:ln>
            <a:prstDash val="sysDot"/>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389991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www.posterpresentations.com/how-to-change-the-research-poster-template-colors.html" TargetMode="External"/><Relationship Id="rId7" Type="http://schemas.openxmlformats.org/officeDocument/2006/relationships/image" Target="../media/image4.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175774" y="35886584"/>
            <a:ext cx="2939026" cy="333732"/>
          </a:xfrm>
          <a:prstGeom prst="rect">
            <a:avLst/>
          </a:prstGeom>
          <a:noFill/>
          <a:ln w="9525">
            <a:noFill/>
            <a:miter lim="800000"/>
            <a:headEnd/>
            <a:tailEnd/>
          </a:ln>
          <a:effectLst/>
        </p:spPr>
        <p:txBody>
          <a:bodyPr wrap="square" lIns="78297" tIns="39141" rIns="78297" bIns="39141">
            <a:spAutoFit/>
          </a:bodyPr>
          <a:lstStyle/>
          <a:p>
            <a:pPr eaLnBrk="0" hangingPunct="0">
              <a:lnSpc>
                <a:spcPct val="65000"/>
              </a:lnSpc>
              <a:spcBef>
                <a:spcPct val="50000"/>
              </a:spcBef>
              <a:defRPr/>
            </a:pPr>
            <a:r>
              <a:rPr lang="en-US" sz="6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050" b="1" dirty="0">
                <a:solidFill>
                  <a:schemeClr val="bg1">
                    <a:lumMod val="75000"/>
                  </a:schemeClr>
                </a:solidFill>
                <a:latin typeface="Arial" charset="0"/>
              </a:rPr>
              <a:t>www.PosterPresentations.com</a:t>
            </a:r>
          </a:p>
        </p:txBody>
      </p:sp>
      <p:graphicFrame>
        <p:nvGraphicFramePr>
          <p:cNvPr id="3" name="Table 2">
            <a:extLst>
              <a:ext uri="{FF2B5EF4-FFF2-40B4-BE49-F238E27FC236}">
                <a16:creationId xmlns:a16="http://schemas.microsoft.com/office/drawing/2014/main" id="{6623EFFB-CC1B-5940-AE70-2D8BEC399C5F}"/>
              </a:ext>
            </a:extLst>
          </p:cNvPr>
          <p:cNvGraphicFramePr>
            <a:graphicFrameLocks noGrp="1"/>
          </p:cNvGraphicFramePr>
          <p:nvPr userDrawn="1">
            <p:extLst>
              <p:ext uri="{D42A27DB-BD31-4B8C-83A1-F6EECF244321}">
                <p14:modId xmlns:p14="http://schemas.microsoft.com/office/powerpoint/2010/main" val="3849327210"/>
              </p:ext>
            </p:extLst>
          </p:nvPr>
        </p:nvGraphicFramePr>
        <p:xfrm>
          <a:off x="27889200" y="-119212"/>
          <a:ext cx="9430188" cy="36644314"/>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945974">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163434">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3">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4"/>
                      <a:stretch>
                        <a:fillRect/>
                      </a:stretch>
                    </a:blipFill>
                  </a:tcPr>
                </a:tc>
                <a:tc hMerge="1">
                  <a:txBody>
                    <a:bodyPr/>
                    <a:lstStyle/>
                    <a:p>
                      <a:endParaRPr lang="en-US"/>
                    </a:p>
                  </a:txBody>
                  <a:tcPr/>
                </a:tc>
                <a:extLst>
                  <a:ext uri="{0D108BD9-81ED-4DB2-BD59-A6C34878D82A}">
                    <a16:rowId xmlns:a16="http://schemas.microsoft.com/office/drawing/2014/main" val="10001"/>
                  </a:ext>
                </a:extLst>
              </a:tr>
              <a:tr h="4063515">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5"/>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73575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6">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320001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4189493">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6286311">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500977">
                <a:tc gridSpan="3">
                  <a:txBody>
                    <a:bodyPr/>
                    <a:lstStyle/>
                    <a:p>
                      <a:endParaRPr lang="en-US" sz="2400" dirty="0">
                        <a:solidFill>
                          <a:srgbClr val="1F3A4E"/>
                        </a:solidFill>
                      </a:endParaRPr>
                    </a:p>
                  </a:txBody>
                  <a:tcPr marL="182880" marT="137160">
                    <a:blipFill dpi="0" rotWithShape="1">
                      <a:blip r:embed="rId7">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558844">
                <a:tc>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graphicFrame>
        <p:nvGraphicFramePr>
          <p:cNvPr id="4" name="Table 3">
            <a:extLst>
              <a:ext uri="{FF2B5EF4-FFF2-40B4-BE49-F238E27FC236}">
                <a16:creationId xmlns:a16="http://schemas.microsoft.com/office/drawing/2014/main" id="{DF1AEBC4-2147-B346-8115-F6F825BF9B87}"/>
              </a:ext>
            </a:extLst>
          </p:cNvPr>
          <p:cNvGraphicFramePr>
            <a:graphicFrameLocks noGrp="1"/>
          </p:cNvGraphicFramePr>
          <p:nvPr userDrawn="1">
            <p:extLst>
              <p:ext uri="{D42A27DB-BD31-4B8C-83A1-F6EECF244321}">
                <p14:modId xmlns:p14="http://schemas.microsoft.com/office/powerpoint/2010/main" val="4227822302"/>
              </p:ext>
            </p:extLst>
          </p:nvPr>
        </p:nvGraphicFramePr>
        <p:xfrm>
          <a:off x="-10234069" y="0"/>
          <a:ext cx="9776869" cy="36575998"/>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287209">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597175">
                <a:tc gridSpan="2">
                  <a:txBody>
                    <a:bodyPr/>
                    <a:lstStyle/>
                    <a:p>
                      <a:pPr defTabSz="3765639"/>
                      <a:r>
                        <a:rPr lang="en-US" sz="2400" i="0" dirty="0">
                          <a:solidFill>
                            <a:srgbClr val="D9D9D9"/>
                          </a:solidFill>
                          <a:latin typeface="Arial"/>
                          <a:cs typeface="Arial"/>
                        </a:rPr>
                        <a:t>This PowerPoint template produces a </a:t>
                      </a:r>
                      <a:r>
                        <a:rPr lang="en-US" sz="2400" i="0" dirty="0">
                          <a:solidFill>
                            <a:srgbClr val="FFC000"/>
                          </a:solidFill>
                          <a:latin typeface="Arial"/>
                          <a:cs typeface="Arial"/>
                        </a:rPr>
                        <a:t>30"x40" </a:t>
                      </a:r>
                      <a:r>
                        <a:rPr lang="en-US" sz="2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the  </a:t>
                      </a:r>
                      <a:r>
                        <a:rPr lang="en-US" sz="2400" i="0" dirty="0">
                          <a:solidFill>
                            <a:srgbClr val="FFC000"/>
                          </a:solidFill>
                          <a:latin typeface="Arial"/>
                          <a:cs typeface="Arial"/>
                        </a:rPr>
                        <a:t>HELP DESK</a:t>
                      </a:r>
                      <a:r>
                        <a:rPr lang="en-US" sz="2400" i="0" baseline="0" dirty="0">
                          <a:solidFill>
                            <a:srgbClr val="D9D9D9"/>
                          </a:solidFill>
                          <a:latin typeface="Arial"/>
                          <a:cs typeface="Arial"/>
                        </a:rPr>
                        <a:t> </a:t>
                      </a:r>
                      <a:r>
                        <a:rPr lang="en-US" sz="2400" i="0" dirty="0">
                          <a:solidFill>
                            <a:srgbClr val="D9D9D9"/>
                          </a:solidFill>
                          <a:latin typeface="Arial"/>
                          <a:cs typeface="Arial"/>
                        </a:rPr>
                        <a:t>tab.</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To print your poster using our same-day professional printing service,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a:t>
                      </a:r>
                      <a:r>
                        <a:rPr lang="en-US" sz="2400" i="0" dirty="0">
                          <a:solidFill>
                            <a:srgbClr val="FFC000"/>
                          </a:solidFill>
                          <a:latin typeface="Arial"/>
                          <a:cs typeface="Arial"/>
                        </a:rPr>
                        <a:t>Order your poster</a:t>
                      </a:r>
                      <a:r>
                        <a:rPr lang="en-US" sz="2400" i="0" dirty="0">
                          <a:solidFill>
                            <a:srgbClr val="D9D9D9"/>
                          </a:solidFill>
                          <a:latin typeface="Arial"/>
                          <a:cs typeface="Arial"/>
                        </a:rPr>
                        <a:t>".</a:t>
                      </a:r>
                      <a:endParaRPr lang="en-US" sz="2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5087539">
                <a:tc>
                  <a:txBody>
                    <a:bodyPr/>
                    <a:lstStyle/>
                    <a:p>
                      <a:pPr algn="ctr"/>
                      <a:endParaRPr lang="en-US" sz="2400" dirty="0">
                        <a:solidFill>
                          <a:srgbClr val="1F3A4E"/>
                        </a:solidFill>
                      </a:endParaRPr>
                    </a:p>
                    <a:p>
                      <a:pPr algn="ctr"/>
                      <a:endParaRPr lang="en-US" sz="2400" dirty="0">
                        <a:solidFill>
                          <a:srgbClr val="1F3A4E"/>
                        </a:solidFill>
                      </a:endParaRPr>
                    </a:p>
                    <a:p>
                      <a:pPr marL="0" marR="0" lvl="0" indent="0" algn="ctr" defTabSz="4876507"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Arial" panose="020B0604020202020204" pitchFamily="34" charset="0"/>
                          <a:cs typeface="Arial" panose="020B0604020202020204" pitchFamily="34" charset="0"/>
                        </a:rPr>
                        <a:t>This is a template for </a:t>
                      </a:r>
                    </a:p>
                    <a:p>
                      <a:pPr marL="0" marR="0" lvl="0" indent="0" algn="ctr" defTabSz="4876507"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Arial" panose="020B0604020202020204" pitchFamily="34" charset="0"/>
                          <a:cs typeface="Arial" panose="020B0604020202020204" pitchFamily="34" charset="0"/>
                        </a:rPr>
                        <a:t>a presentation poster</a:t>
                      </a:r>
                      <a:br>
                        <a:rPr lang="en-US" sz="2400" dirty="0">
                          <a:solidFill>
                            <a:schemeClr val="bg1"/>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40 inches tall</a:t>
                      </a:r>
                      <a:br>
                        <a:rPr lang="en-US" sz="4000" b="1" dirty="0">
                          <a:solidFill>
                            <a:srgbClr val="FFC000"/>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by</a:t>
                      </a:r>
                      <a:br>
                        <a:rPr lang="en-US" sz="4000" b="1" dirty="0">
                          <a:solidFill>
                            <a:srgbClr val="FFC000"/>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30 inches wide</a:t>
                      </a:r>
                      <a:br>
                        <a:rPr lang="en-US" sz="2400" dirty="0">
                          <a:solidFill>
                            <a:schemeClr val="bg1"/>
                          </a:solidFill>
                          <a:latin typeface="Arial" panose="020B0604020202020204" pitchFamily="34" charset="0"/>
                          <a:cs typeface="Arial" panose="020B0604020202020204" pitchFamily="34" charset="0"/>
                        </a:rPr>
                      </a:br>
                      <a:endParaRPr lang="en-US" sz="2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Important: </a:t>
                      </a:r>
                      <a:br>
                        <a:rPr lang="en-US" sz="2800" b="1" baseline="0" dirty="0">
                          <a:solidFill>
                            <a:srgbClr val="FFC000"/>
                          </a:solidFill>
                          <a:latin typeface="Arial" panose="020B0604020202020204" pitchFamily="34" charset="0"/>
                          <a:cs typeface="Arial" panose="020B0604020202020204" pitchFamily="34" charset="0"/>
                        </a:rPr>
                      </a:br>
                      <a:r>
                        <a:rPr lang="en-US" sz="2800" b="1" baseline="0" dirty="0">
                          <a:solidFill>
                            <a:srgbClr val="FFC000"/>
                          </a:solidFill>
                          <a:latin typeface="Arial" panose="020B0604020202020204" pitchFamily="34" charset="0"/>
                          <a:cs typeface="Arial" panose="020B0604020202020204" pitchFamily="34" charset="0"/>
                        </a:rPr>
                        <a:t>Check the template size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30 tall x 40 wide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48 tall x 36 wide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42 tall x 56 wide</a:t>
                      </a:r>
                    </a:p>
                  </a:txBody>
                  <a:tcPr marL="182880" marT="137160">
                    <a:solidFill>
                      <a:srgbClr val="010101"/>
                    </a:solidFill>
                  </a:tcPr>
                </a:tc>
                <a:extLst>
                  <a:ext uri="{0D108BD9-81ED-4DB2-BD59-A6C34878D82A}">
                    <a16:rowId xmlns:a16="http://schemas.microsoft.com/office/drawing/2014/main" val="10008"/>
                  </a:ext>
                </a:extLst>
              </a:tr>
              <a:tr h="2991972">
                <a:tc>
                  <a:txBody>
                    <a:bodyPr/>
                    <a:lstStyle/>
                    <a:p>
                      <a:endParaRPr lang="en-US" sz="2400" dirty="0">
                        <a:solidFill>
                          <a:srgbClr val="1F3A4E"/>
                        </a:solidFill>
                      </a:endParaRPr>
                    </a:p>
                  </a:txBody>
                  <a:tcPr>
                    <a:blipFill rotWithShape="1">
                      <a:blip r:embed="rId8"/>
                      <a:stretch>
                        <a:fillRect/>
                      </a:stretch>
                    </a:blipFill>
                  </a:tcPr>
                </a:tc>
                <a:tc rowSpan="2">
                  <a:txBody>
                    <a:bodyPr/>
                    <a:lstStyle/>
                    <a:p>
                      <a:pPr algn="l"/>
                      <a:r>
                        <a:rPr lang="en-US" sz="2800" b="1" baseline="0" dirty="0">
                          <a:solidFill>
                            <a:srgbClr val="FFC000"/>
                          </a:solidFill>
                          <a:latin typeface="Arial" panose="020B0604020202020204" pitchFamily="34" charset="0"/>
                          <a:cs typeface="Arial" panose="020B0604020202020204" pitchFamily="34" charset="0"/>
                        </a:rPr>
                        <a:t>How to </a:t>
                      </a:r>
                      <a:r>
                        <a:rPr lang="en-US" sz="4400" b="1" baseline="0" dirty="0">
                          <a:solidFill>
                            <a:srgbClr val="FFC000"/>
                          </a:solidFill>
                          <a:latin typeface="Arial" panose="020B0604020202020204" pitchFamily="34" charset="0"/>
                          <a:cs typeface="Arial" panose="020B0604020202020204" pitchFamily="34" charset="0"/>
                        </a:rPr>
                        <a:t>Zoom in </a:t>
                      </a:r>
                      <a:r>
                        <a:rPr lang="en-US" sz="2800" b="1" baseline="0" dirty="0">
                          <a:solidFill>
                            <a:srgbClr val="FFC000"/>
                          </a:solidFill>
                          <a:latin typeface="Arial" panose="020B0604020202020204" pitchFamily="34" charset="0"/>
                          <a:cs typeface="Arial" panose="020B0604020202020204" pitchFamily="34" charset="0"/>
                        </a:rPr>
                        <a:t>and </a:t>
                      </a:r>
                      <a:r>
                        <a:rPr lang="en-US" sz="2000" b="1" baseline="0" dirty="0">
                          <a:solidFill>
                            <a:srgbClr val="FFC000"/>
                          </a:solidFill>
                          <a:latin typeface="Arial" panose="020B0604020202020204" pitchFamily="34" charset="0"/>
                          <a:cs typeface="Arial" panose="020B0604020202020204" pitchFamily="34" charset="0"/>
                        </a:rPr>
                        <a:t>out</a:t>
                      </a:r>
                      <a:endParaRPr lang="en-US" sz="2800" b="1" baseline="0" dirty="0">
                        <a:solidFill>
                          <a:srgbClr val="FFC000"/>
                        </a:solidFill>
                        <a:latin typeface="Arial" panose="020B0604020202020204" pitchFamily="34" charset="0"/>
                        <a:cs typeface="Arial" panose="020B0604020202020204" pitchFamily="34" charset="0"/>
                      </a:endParaRPr>
                    </a:p>
                    <a:p>
                      <a:pPr algn="l"/>
                      <a:r>
                        <a:rPr lang="en-US" sz="2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 </a:t>
                      </a:r>
                      <a:r>
                        <a:rPr lang="en-US" sz="2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 </a:t>
                      </a:r>
                      <a:r>
                        <a:rPr lang="en-US" sz="2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451826">
                <a:tc>
                  <a:txBody>
                    <a:bodyPr/>
                    <a:lstStyle/>
                    <a:p>
                      <a:endParaRPr lang="en-US" sz="2400" dirty="0">
                        <a:solidFill>
                          <a:srgbClr val="1F3A4E"/>
                        </a:solidFill>
                      </a:endParaRPr>
                    </a:p>
                  </a:txBody>
                  <a:tcPr>
                    <a:solidFill>
                      <a:schemeClr val="tx1"/>
                    </a:solidFill>
                  </a:tcPr>
                </a:tc>
                <a:tc vMerge="1">
                  <a:txBody>
                    <a:bodyPr/>
                    <a:lstStyle/>
                    <a:p>
                      <a:endParaRPr lang="en-US"/>
                    </a:p>
                  </a:txBody>
                  <a:tcPr/>
                </a:tc>
                <a:extLst>
                  <a:ext uri="{0D108BD9-81ED-4DB2-BD59-A6C34878D82A}">
                    <a16:rowId xmlns:a16="http://schemas.microsoft.com/office/drawing/2014/main" val="4105945794"/>
                  </a:ext>
                </a:extLst>
              </a:tr>
              <a:tr h="2359883">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Ruler and Guides</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4658470">
                <a:tc>
                  <a:txBody>
                    <a:bodyPr/>
                    <a:lstStyle/>
                    <a:p>
                      <a:endParaRPr lang="en-US" sz="2400" dirty="0">
                        <a:solidFill>
                          <a:srgbClr val="1F3A4E"/>
                        </a:solidFill>
                      </a:endParaRPr>
                    </a:p>
                  </a:txBody>
                  <a:tcPr>
                    <a:blipFill rotWithShape="1">
                      <a:blip r:embed="rId9"/>
                      <a:stretch>
                        <a:fillRect/>
                      </a:stretch>
                    </a:blipFill>
                  </a:tcPr>
                </a:tc>
                <a:tc>
                  <a:txBody>
                    <a:bodyPr/>
                    <a:lstStyle/>
                    <a:p>
                      <a:pPr marL="0" lvl="1" indent="0" algn="l" defTabSz="114300"/>
                      <a:r>
                        <a:rPr lang="en-US" sz="2800" b="1" baseline="0" dirty="0">
                          <a:solidFill>
                            <a:srgbClr val="FFC000"/>
                          </a:solidFill>
                          <a:latin typeface="Arial" panose="020B0604020202020204" pitchFamily="34" charset="0"/>
                          <a:cs typeface="Arial" panose="020B0604020202020204" pitchFamily="34" charset="0"/>
                        </a:rPr>
                        <a:t>Headers and text containers</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830978">
                <a:tc gridSpan="2">
                  <a:txBody>
                    <a:bodyPr/>
                    <a:lstStyle/>
                    <a:p>
                      <a:r>
                        <a:rPr lang="en-US" sz="2800" b="1" dirty="0">
                          <a:solidFill>
                            <a:srgbClr val="FFC000"/>
                          </a:solidFill>
                          <a:latin typeface="Arial" panose="020B0604020202020204" pitchFamily="34" charset="0"/>
                          <a:cs typeface="Arial" panose="020B0604020202020204" pitchFamily="34" charset="0"/>
                        </a:rPr>
                        <a:t>Adding content to the poster</a:t>
                      </a:r>
                    </a:p>
                    <a:p>
                      <a:r>
                        <a:rPr lang="en-US" sz="2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45182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305796">
                <a:tc gridSpan="2">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10"/>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34850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20482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chemeClr val="bg1"/>
                        </a:solidFill>
                        <a:latin typeface="Arial"/>
                        <a:cs typeface="Arial"/>
                      </a:endParaRPr>
                    </a:p>
                  </a:txBody>
                  <a:tcPr marL="182880" marT="137160">
                    <a:blipFill rotWithShape="1">
                      <a:blip r:embed="rId11"/>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cxnSp>
        <p:nvCxnSpPr>
          <p:cNvPr id="5" name="Straight Connector 4">
            <a:extLst>
              <a:ext uri="{FF2B5EF4-FFF2-40B4-BE49-F238E27FC236}">
                <a16:creationId xmlns:a16="http://schemas.microsoft.com/office/drawing/2014/main" id="{B73E59CD-97CE-B942-96F7-B189628E4B4D}"/>
              </a:ext>
            </a:extLst>
          </p:cNvPr>
          <p:cNvCxnSpPr>
            <a:cxnSpLocks/>
          </p:cNvCxnSpPr>
          <p:nvPr userDrawn="1"/>
        </p:nvCxnSpPr>
        <p:spPr>
          <a:xfrm>
            <a:off x="13716000" y="5882179"/>
            <a:ext cx="0" cy="29322221"/>
          </a:xfrm>
          <a:prstGeom prst="line">
            <a:avLst/>
          </a:prstGeom>
          <a:ln>
            <a:prstDash val="sysDot"/>
          </a:ln>
        </p:spPr>
        <p:style>
          <a:lnRef idx="1">
            <a:schemeClr val="accent3"/>
          </a:lnRef>
          <a:fillRef idx="0">
            <a:schemeClr val="accent3"/>
          </a:fillRef>
          <a:effectRef idx="0">
            <a:schemeClr val="accent3"/>
          </a:effectRef>
          <a:fontRef idx="minor">
            <a:schemeClr val="tx1"/>
          </a:fontRef>
        </p:style>
      </p:cxnSp>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765366" rtl="0" eaLnBrk="1" latinLnBrk="0" hangingPunct="1">
        <a:spcBef>
          <a:spcPct val="0"/>
        </a:spcBef>
        <a:buNone/>
        <a:defRPr sz="7500" kern="1200">
          <a:solidFill>
            <a:schemeClr val="bg1"/>
          </a:solidFill>
          <a:latin typeface="Trebuchet MS" pitchFamily="34" charset="0"/>
          <a:ea typeface="+mj-ea"/>
          <a:cs typeface="+mj-cs"/>
        </a:defRPr>
      </a:lvl1pPr>
    </p:titleStyle>
    <p:bodyStyle>
      <a:lvl1pPr marL="1412012" indent="-1412012" algn="l" defTabSz="3765366" rtl="0" eaLnBrk="1" latinLnBrk="0" hangingPunct="1">
        <a:spcBef>
          <a:spcPct val="20000"/>
        </a:spcBef>
        <a:buFont typeface="Arial" pitchFamily="34" charset="0"/>
        <a:buChar char="•"/>
        <a:defRPr sz="13200" kern="1200">
          <a:solidFill>
            <a:schemeClr val="tx1"/>
          </a:solidFill>
          <a:latin typeface="+mn-lt"/>
          <a:ea typeface="+mn-ea"/>
          <a:cs typeface="+mn-cs"/>
        </a:defRPr>
      </a:lvl1pPr>
      <a:lvl2pPr marL="3059360" indent="-1176677" algn="l" defTabSz="3765366"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6708" indent="-941342" algn="l" defTabSz="3765366"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9391"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72073"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54757"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37439"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20122"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6002805"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9pPr>
    </p:bodyStyle>
    <p:otherStyle>
      <a:defPPr>
        <a:defRPr lang="en-US"/>
      </a:defPPr>
      <a:lvl1pPr marL="0" algn="l" defTabSz="3765366" rtl="0" eaLnBrk="1" latinLnBrk="0" hangingPunct="1">
        <a:defRPr sz="7400" kern="1200">
          <a:solidFill>
            <a:schemeClr val="tx1"/>
          </a:solidFill>
          <a:latin typeface="+mn-lt"/>
          <a:ea typeface="+mn-ea"/>
          <a:cs typeface="+mn-cs"/>
        </a:defRPr>
      </a:lvl1pPr>
      <a:lvl2pPr marL="1882684" algn="l" defTabSz="3765366" rtl="0" eaLnBrk="1" latinLnBrk="0" hangingPunct="1">
        <a:defRPr sz="7400" kern="1200">
          <a:solidFill>
            <a:schemeClr val="tx1"/>
          </a:solidFill>
          <a:latin typeface="+mn-lt"/>
          <a:ea typeface="+mn-ea"/>
          <a:cs typeface="+mn-cs"/>
        </a:defRPr>
      </a:lvl2pPr>
      <a:lvl3pPr marL="3765366" algn="l" defTabSz="3765366" rtl="0" eaLnBrk="1" latinLnBrk="0" hangingPunct="1">
        <a:defRPr sz="7400" kern="1200">
          <a:solidFill>
            <a:schemeClr val="tx1"/>
          </a:solidFill>
          <a:latin typeface="+mn-lt"/>
          <a:ea typeface="+mn-ea"/>
          <a:cs typeface="+mn-cs"/>
        </a:defRPr>
      </a:lvl3pPr>
      <a:lvl4pPr marL="5648049" algn="l" defTabSz="3765366" rtl="0" eaLnBrk="1" latinLnBrk="0" hangingPunct="1">
        <a:defRPr sz="7400" kern="1200">
          <a:solidFill>
            <a:schemeClr val="tx1"/>
          </a:solidFill>
          <a:latin typeface="+mn-lt"/>
          <a:ea typeface="+mn-ea"/>
          <a:cs typeface="+mn-cs"/>
        </a:defRPr>
      </a:lvl4pPr>
      <a:lvl5pPr marL="7530731" algn="l" defTabSz="3765366" rtl="0" eaLnBrk="1" latinLnBrk="0" hangingPunct="1">
        <a:defRPr sz="7400" kern="1200">
          <a:solidFill>
            <a:schemeClr val="tx1"/>
          </a:solidFill>
          <a:latin typeface="+mn-lt"/>
          <a:ea typeface="+mn-ea"/>
          <a:cs typeface="+mn-cs"/>
        </a:defRPr>
      </a:lvl5pPr>
      <a:lvl6pPr marL="9413415" algn="l" defTabSz="3765366" rtl="0" eaLnBrk="1" latinLnBrk="0" hangingPunct="1">
        <a:defRPr sz="7400" kern="1200">
          <a:solidFill>
            <a:schemeClr val="tx1"/>
          </a:solidFill>
          <a:latin typeface="+mn-lt"/>
          <a:ea typeface="+mn-ea"/>
          <a:cs typeface="+mn-cs"/>
        </a:defRPr>
      </a:lvl6pPr>
      <a:lvl7pPr marL="11296099" algn="l" defTabSz="3765366" rtl="0" eaLnBrk="1" latinLnBrk="0" hangingPunct="1">
        <a:defRPr sz="7400" kern="1200">
          <a:solidFill>
            <a:schemeClr val="tx1"/>
          </a:solidFill>
          <a:latin typeface="+mn-lt"/>
          <a:ea typeface="+mn-ea"/>
          <a:cs typeface="+mn-cs"/>
        </a:defRPr>
      </a:lvl7pPr>
      <a:lvl8pPr marL="13178781" algn="l" defTabSz="3765366" rtl="0" eaLnBrk="1" latinLnBrk="0" hangingPunct="1">
        <a:defRPr sz="7400" kern="1200">
          <a:solidFill>
            <a:schemeClr val="tx1"/>
          </a:solidFill>
          <a:latin typeface="+mn-lt"/>
          <a:ea typeface="+mn-ea"/>
          <a:cs typeface="+mn-cs"/>
        </a:defRPr>
      </a:lvl8pPr>
      <a:lvl9pPr marL="15061465" algn="l" defTabSz="3765366" rtl="0" eaLnBrk="1" latinLnBrk="0" hangingPunct="1">
        <a:defRPr sz="7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175774" y="35886584"/>
            <a:ext cx="2939026" cy="333732"/>
          </a:xfrm>
          <a:prstGeom prst="rect">
            <a:avLst/>
          </a:prstGeom>
          <a:noFill/>
          <a:ln w="9525">
            <a:noFill/>
            <a:miter lim="800000"/>
            <a:headEnd/>
            <a:tailEnd/>
          </a:ln>
          <a:effectLst/>
        </p:spPr>
        <p:txBody>
          <a:bodyPr wrap="square" lIns="78297" tIns="39141" rIns="78297" bIns="39141">
            <a:spAutoFit/>
          </a:bodyPr>
          <a:lstStyle/>
          <a:p>
            <a:pPr eaLnBrk="0" hangingPunct="0">
              <a:lnSpc>
                <a:spcPct val="65000"/>
              </a:lnSpc>
              <a:spcBef>
                <a:spcPct val="50000"/>
              </a:spcBef>
              <a:defRPr/>
            </a:pPr>
            <a:r>
              <a:rPr lang="en-US" sz="6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050" b="1" dirty="0">
                <a:solidFill>
                  <a:schemeClr val="bg1">
                    <a:lumMod val="75000"/>
                  </a:schemeClr>
                </a:solidFill>
                <a:latin typeface="Arial" charset="0"/>
              </a:rPr>
              <a:t>www.PosterPresentations.com</a:t>
            </a:r>
          </a:p>
        </p:txBody>
      </p:sp>
      <p:cxnSp>
        <p:nvCxnSpPr>
          <p:cNvPr id="3" name="Straight Connector 2">
            <a:extLst>
              <a:ext uri="{FF2B5EF4-FFF2-40B4-BE49-F238E27FC236}">
                <a16:creationId xmlns:a16="http://schemas.microsoft.com/office/drawing/2014/main" id="{A69DE829-48C7-3B4C-A5EB-76811B704F8B}"/>
              </a:ext>
            </a:extLst>
          </p:cNvPr>
          <p:cNvCxnSpPr>
            <a:cxnSpLocks/>
          </p:cNvCxnSpPr>
          <p:nvPr userDrawn="1"/>
        </p:nvCxnSpPr>
        <p:spPr>
          <a:xfrm>
            <a:off x="13716000" y="5882179"/>
            <a:ext cx="0" cy="29322221"/>
          </a:xfrm>
          <a:prstGeom prst="line">
            <a:avLst/>
          </a:prstGeom>
          <a:ln>
            <a:prstDash val="sysDot"/>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2707337923"/>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3765366" rtl="0" eaLnBrk="1" latinLnBrk="0" hangingPunct="1">
        <a:spcBef>
          <a:spcPct val="0"/>
        </a:spcBef>
        <a:buNone/>
        <a:defRPr sz="7500" kern="1200">
          <a:solidFill>
            <a:schemeClr val="bg1"/>
          </a:solidFill>
          <a:latin typeface="Trebuchet MS" pitchFamily="34" charset="0"/>
          <a:ea typeface="+mj-ea"/>
          <a:cs typeface="+mj-cs"/>
        </a:defRPr>
      </a:lvl1pPr>
    </p:titleStyle>
    <p:bodyStyle>
      <a:lvl1pPr marL="1412012" indent="-1412012" algn="l" defTabSz="3765366" rtl="0" eaLnBrk="1" latinLnBrk="0" hangingPunct="1">
        <a:spcBef>
          <a:spcPct val="20000"/>
        </a:spcBef>
        <a:buFont typeface="Arial" pitchFamily="34" charset="0"/>
        <a:buChar char="•"/>
        <a:defRPr sz="13200" kern="1200">
          <a:solidFill>
            <a:schemeClr val="tx1"/>
          </a:solidFill>
          <a:latin typeface="+mn-lt"/>
          <a:ea typeface="+mn-ea"/>
          <a:cs typeface="+mn-cs"/>
        </a:defRPr>
      </a:lvl1pPr>
      <a:lvl2pPr marL="3059360" indent="-1176677" algn="l" defTabSz="3765366"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6708" indent="-941342" algn="l" defTabSz="3765366"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9391"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72073"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54757"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37439"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20122"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6002805"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9pPr>
    </p:bodyStyle>
    <p:otherStyle>
      <a:defPPr>
        <a:defRPr lang="en-US"/>
      </a:defPPr>
      <a:lvl1pPr marL="0" algn="l" defTabSz="3765366" rtl="0" eaLnBrk="1" latinLnBrk="0" hangingPunct="1">
        <a:defRPr sz="7400" kern="1200">
          <a:solidFill>
            <a:schemeClr val="tx1"/>
          </a:solidFill>
          <a:latin typeface="+mn-lt"/>
          <a:ea typeface="+mn-ea"/>
          <a:cs typeface="+mn-cs"/>
        </a:defRPr>
      </a:lvl1pPr>
      <a:lvl2pPr marL="1882684" algn="l" defTabSz="3765366" rtl="0" eaLnBrk="1" latinLnBrk="0" hangingPunct="1">
        <a:defRPr sz="7400" kern="1200">
          <a:solidFill>
            <a:schemeClr val="tx1"/>
          </a:solidFill>
          <a:latin typeface="+mn-lt"/>
          <a:ea typeface="+mn-ea"/>
          <a:cs typeface="+mn-cs"/>
        </a:defRPr>
      </a:lvl2pPr>
      <a:lvl3pPr marL="3765366" algn="l" defTabSz="3765366" rtl="0" eaLnBrk="1" latinLnBrk="0" hangingPunct="1">
        <a:defRPr sz="7400" kern="1200">
          <a:solidFill>
            <a:schemeClr val="tx1"/>
          </a:solidFill>
          <a:latin typeface="+mn-lt"/>
          <a:ea typeface="+mn-ea"/>
          <a:cs typeface="+mn-cs"/>
        </a:defRPr>
      </a:lvl3pPr>
      <a:lvl4pPr marL="5648049" algn="l" defTabSz="3765366" rtl="0" eaLnBrk="1" latinLnBrk="0" hangingPunct="1">
        <a:defRPr sz="7400" kern="1200">
          <a:solidFill>
            <a:schemeClr val="tx1"/>
          </a:solidFill>
          <a:latin typeface="+mn-lt"/>
          <a:ea typeface="+mn-ea"/>
          <a:cs typeface="+mn-cs"/>
        </a:defRPr>
      </a:lvl4pPr>
      <a:lvl5pPr marL="7530731" algn="l" defTabSz="3765366" rtl="0" eaLnBrk="1" latinLnBrk="0" hangingPunct="1">
        <a:defRPr sz="7400" kern="1200">
          <a:solidFill>
            <a:schemeClr val="tx1"/>
          </a:solidFill>
          <a:latin typeface="+mn-lt"/>
          <a:ea typeface="+mn-ea"/>
          <a:cs typeface="+mn-cs"/>
        </a:defRPr>
      </a:lvl5pPr>
      <a:lvl6pPr marL="9413415" algn="l" defTabSz="3765366" rtl="0" eaLnBrk="1" latinLnBrk="0" hangingPunct="1">
        <a:defRPr sz="7400" kern="1200">
          <a:solidFill>
            <a:schemeClr val="tx1"/>
          </a:solidFill>
          <a:latin typeface="+mn-lt"/>
          <a:ea typeface="+mn-ea"/>
          <a:cs typeface="+mn-cs"/>
        </a:defRPr>
      </a:lvl6pPr>
      <a:lvl7pPr marL="11296099" algn="l" defTabSz="3765366" rtl="0" eaLnBrk="1" latinLnBrk="0" hangingPunct="1">
        <a:defRPr sz="7400" kern="1200">
          <a:solidFill>
            <a:schemeClr val="tx1"/>
          </a:solidFill>
          <a:latin typeface="+mn-lt"/>
          <a:ea typeface="+mn-ea"/>
          <a:cs typeface="+mn-cs"/>
        </a:defRPr>
      </a:lvl7pPr>
      <a:lvl8pPr marL="13178781" algn="l" defTabSz="3765366" rtl="0" eaLnBrk="1" latinLnBrk="0" hangingPunct="1">
        <a:defRPr sz="7400" kern="1200">
          <a:solidFill>
            <a:schemeClr val="tx1"/>
          </a:solidFill>
          <a:latin typeface="+mn-lt"/>
          <a:ea typeface="+mn-ea"/>
          <a:cs typeface="+mn-cs"/>
        </a:defRPr>
      </a:lvl8pPr>
      <a:lvl9pPr marL="15061465" algn="l" defTabSz="3765366" rtl="0" eaLnBrk="1" latinLnBrk="0" hangingPunct="1">
        <a:defRPr sz="7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A screenshot of a graph&#10;&#10;Description automatically generated with low confidence">
            <a:extLst>
              <a:ext uri="{FF2B5EF4-FFF2-40B4-BE49-F238E27FC236}">
                <a16:creationId xmlns:a16="http://schemas.microsoft.com/office/drawing/2014/main" id="{6D4AEE94-4D4D-DEEA-B4FD-766414B655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13936" y="10457383"/>
            <a:ext cx="4357978" cy="3820693"/>
          </a:xfrm>
          <a:prstGeom prst="rect">
            <a:avLst/>
          </a:prstGeom>
        </p:spPr>
      </p:pic>
      <p:pic>
        <p:nvPicPr>
          <p:cNvPr id="21" name="Picture 20" descr="Chart, pie chart&#10;&#10;Description automatically generated">
            <a:extLst>
              <a:ext uri="{FF2B5EF4-FFF2-40B4-BE49-F238E27FC236}">
                <a16:creationId xmlns:a16="http://schemas.microsoft.com/office/drawing/2014/main" id="{A5D79FDD-417D-2F60-72E3-A9FDEA8B9B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71724" y="9528235"/>
            <a:ext cx="5220958" cy="4953132"/>
          </a:xfrm>
          <a:prstGeom prst="rect">
            <a:avLst/>
          </a:prstGeom>
        </p:spPr>
      </p:pic>
      <p:sp>
        <p:nvSpPr>
          <p:cNvPr id="2" name="Text Placeholder 1">
            <a:extLst>
              <a:ext uri="{FF2B5EF4-FFF2-40B4-BE49-F238E27FC236}">
                <a16:creationId xmlns:a16="http://schemas.microsoft.com/office/drawing/2014/main" id="{A1A72539-E469-C94C-8292-C89DE20631C1}"/>
              </a:ext>
            </a:extLst>
          </p:cNvPr>
          <p:cNvSpPr>
            <a:spLocks noGrp="1"/>
          </p:cNvSpPr>
          <p:nvPr>
            <p:ph type="body" sz="quarter" idx="10"/>
          </p:nvPr>
        </p:nvSpPr>
        <p:spPr>
          <a:xfrm>
            <a:off x="130382" y="4947651"/>
            <a:ext cx="13150881" cy="14689354"/>
          </a:xfrm>
        </p:spPr>
        <p:txBody>
          <a:bodyPr/>
          <a:lstStyle/>
          <a:p>
            <a:pPr algn="just"/>
            <a:r>
              <a:rPr lang="en-US" dirty="0"/>
              <a:t>        Diabetes Mellitus is a chronic metabolic disorder, one of the fastest growing life-threatening diseases that have already affected 422 million people worldwide according to the report of World Health Organization (WHO). It creates health crises of this era despite racial, geographic or ethic context. Due to the presence of a relatively long asymptomatic phase, early detection of diabetes is always desired for a clinically meaningful outcome. Around 50% of all people suffering from diabetes are undiagnosed because of its long-term asymptomatic phase. Then the diabetic complication might become severe and hard to treat after the patients get diagnosed eventually. Therefore, early prediction and diagnosis are highly desired. In this project, data mining techniques are used to generate a solution to early likelihood prediction of diabetes. In this study, both a Decision Tree and a Support Vector Machine (SVM) classifiers have been implemented in Python. A decision tree is when a dataset is broken down into smaller and smaller subsets while at the same time an associated decision tree is incrementally developed. And is this research we used J48 decision tree. And then the SVM a computer algorithm that learns by assigning labels to the objects in the subsets. The classifiers have been trained and tested using real-world diabetes patient datasets that include features. For example, this dataset has been created from a direct questionnaire to people who have few or more symptoms. The experiment results indicate that both classifiers demonstrated high accuracy in predicting the diabetes. Future research will investigate the accuracy of ensemble classifiers, such as Random Forest.</a:t>
            </a:r>
          </a:p>
          <a:p>
            <a:pPr algn="ctr"/>
            <a:endParaRPr lang="en-US" dirty="0"/>
          </a:p>
          <a:p>
            <a:pPr algn="ctr"/>
            <a:r>
              <a:rPr lang="en-US" dirty="0"/>
              <a:t> KEYWORDS: Decision Tree, Support Vector Machine, Data Mining, Data Analysis, Classification, Diabetes Prediction</a:t>
            </a:r>
          </a:p>
        </p:txBody>
      </p:sp>
      <p:sp>
        <p:nvSpPr>
          <p:cNvPr id="4" name="Text Placeholder 3">
            <a:extLst>
              <a:ext uri="{FF2B5EF4-FFF2-40B4-BE49-F238E27FC236}">
                <a16:creationId xmlns:a16="http://schemas.microsoft.com/office/drawing/2014/main" id="{3930A21B-47AC-2448-A229-FC17581B156C}"/>
              </a:ext>
            </a:extLst>
          </p:cNvPr>
          <p:cNvSpPr>
            <a:spLocks noGrp="1"/>
          </p:cNvSpPr>
          <p:nvPr>
            <p:ph type="body" sz="quarter" idx="20"/>
          </p:nvPr>
        </p:nvSpPr>
        <p:spPr>
          <a:xfrm>
            <a:off x="627986" y="19098114"/>
            <a:ext cx="12918661" cy="697033"/>
          </a:xfrm>
        </p:spPr>
        <p:txBody>
          <a:bodyPr/>
          <a:lstStyle/>
          <a:p>
            <a:r>
              <a:rPr lang="en-US" dirty="0"/>
              <a:t>                                      INTRODUCTION</a:t>
            </a:r>
          </a:p>
        </p:txBody>
      </p:sp>
      <p:sp>
        <p:nvSpPr>
          <p:cNvPr id="5" name="Text Placeholder 4">
            <a:extLst>
              <a:ext uri="{FF2B5EF4-FFF2-40B4-BE49-F238E27FC236}">
                <a16:creationId xmlns:a16="http://schemas.microsoft.com/office/drawing/2014/main" id="{423B731D-2357-2142-8F2F-75E168C60B70}"/>
              </a:ext>
            </a:extLst>
          </p:cNvPr>
          <p:cNvSpPr>
            <a:spLocks noGrp="1"/>
          </p:cNvSpPr>
          <p:nvPr>
            <p:ph type="body" sz="quarter" idx="25"/>
          </p:nvPr>
        </p:nvSpPr>
        <p:spPr>
          <a:xfrm>
            <a:off x="14325895" y="3018867"/>
            <a:ext cx="12529213" cy="697033"/>
          </a:xfrm>
        </p:spPr>
        <p:txBody>
          <a:bodyPr/>
          <a:lstStyle/>
          <a:p>
            <a:r>
              <a:rPr lang="en-US" dirty="0"/>
              <a:t>                                        RESULTS</a:t>
            </a:r>
          </a:p>
        </p:txBody>
      </p:sp>
      <p:sp>
        <p:nvSpPr>
          <p:cNvPr id="6" name="Text Placeholder 5">
            <a:extLst>
              <a:ext uri="{FF2B5EF4-FFF2-40B4-BE49-F238E27FC236}">
                <a16:creationId xmlns:a16="http://schemas.microsoft.com/office/drawing/2014/main" id="{40F32A34-9641-B441-B865-A33A288E64BA}"/>
              </a:ext>
            </a:extLst>
          </p:cNvPr>
          <p:cNvSpPr>
            <a:spLocks noGrp="1"/>
          </p:cNvSpPr>
          <p:nvPr>
            <p:ph type="body" sz="quarter" idx="26"/>
          </p:nvPr>
        </p:nvSpPr>
        <p:spPr>
          <a:xfrm>
            <a:off x="14248292" y="3571243"/>
            <a:ext cx="12529213" cy="7388740"/>
          </a:xfrm>
        </p:spPr>
        <p:txBody>
          <a:bodyPr/>
          <a:lstStyle/>
          <a:p>
            <a:r>
              <a:rPr lang="en-US" dirty="0"/>
              <a:t>     The results were based on the symptoms of diabetes that will give us the most accurate early detection of the disease. And the symptoms there were only two high accuracy scores from all 15 symptoms. 0-4 and 0-3; and this is how I got the accuracy scores.</a:t>
            </a:r>
          </a:p>
          <a:p>
            <a:r>
              <a:rPr lang="en-US" dirty="0"/>
              <a:t>• I did two tables one I grouped the columns in groups of 5 and the second one I grouped the columns in groups of 4. </a:t>
            </a:r>
          </a:p>
          <a:p>
            <a:r>
              <a:rPr lang="en-US" dirty="0"/>
              <a:t>• From table 1 the columns that gave the highest accuracy score are columns 0-4 with a score of 91.02; Symptoms were:</a:t>
            </a:r>
          </a:p>
          <a:p>
            <a:r>
              <a:rPr lang="en-US" dirty="0"/>
              <a:t>-Age/ Gender/ Polyuria/ Polydipsia/ Sudden weakness</a:t>
            </a:r>
          </a:p>
          <a:p>
            <a:r>
              <a:rPr lang="en-US" dirty="0"/>
              <a:t> • From table 2 the columns that gave the highest accuracy score are columns 0-3 with a score of 86.53; Symptoms were:</a:t>
            </a:r>
          </a:p>
          <a:p>
            <a:r>
              <a:rPr lang="en-US" dirty="0"/>
              <a:t>- Age/ Gender/ Polyuria/ Polydipsia</a:t>
            </a:r>
          </a:p>
          <a:p>
            <a:endParaRPr lang="en-US" dirty="0"/>
          </a:p>
        </p:txBody>
      </p:sp>
      <p:sp>
        <p:nvSpPr>
          <p:cNvPr id="7" name="Text Placeholder 6">
            <a:extLst>
              <a:ext uri="{FF2B5EF4-FFF2-40B4-BE49-F238E27FC236}">
                <a16:creationId xmlns:a16="http://schemas.microsoft.com/office/drawing/2014/main" id="{FD0892CE-AED0-8B46-B78C-F757D5B1F38B}"/>
              </a:ext>
            </a:extLst>
          </p:cNvPr>
          <p:cNvSpPr>
            <a:spLocks noGrp="1"/>
          </p:cNvSpPr>
          <p:nvPr>
            <p:ph type="body" sz="quarter" idx="27"/>
          </p:nvPr>
        </p:nvSpPr>
        <p:spPr>
          <a:xfrm>
            <a:off x="14631358" y="14436788"/>
            <a:ext cx="12524411" cy="712250"/>
          </a:xfrm>
        </p:spPr>
        <p:txBody>
          <a:bodyPr/>
          <a:lstStyle/>
          <a:p>
            <a:r>
              <a:rPr lang="en-US" dirty="0"/>
              <a:t>CONCLUSION</a:t>
            </a:r>
          </a:p>
        </p:txBody>
      </p:sp>
      <p:sp>
        <p:nvSpPr>
          <p:cNvPr id="8" name="Text Placeholder 7">
            <a:extLst>
              <a:ext uri="{FF2B5EF4-FFF2-40B4-BE49-F238E27FC236}">
                <a16:creationId xmlns:a16="http://schemas.microsoft.com/office/drawing/2014/main" id="{A18F49B3-DF24-F345-8341-B3B0487BC063}"/>
              </a:ext>
            </a:extLst>
          </p:cNvPr>
          <p:cNvSpPr>
            <a:spLocks noGrp="1"/>
          </p:cNvSpPr>
          <p:nvPr>
            <p:ph type="body" sz="quarter" idx="28"/>
          </p:nvPr>
        </p:nvSpPr>
        <p:spPr>
          <a:xfrm>
            <a:off x="14494445" y="15000107"/>
            <a:ext cx="12529213" cy="3843154"/>
          </a:xfrm>
        </p:spPr>
        <p:txBody>
          <a:bodyPr/>
          <a:lstStyle/>
          <a:p>
            <a:r>
              <a:rPr lang="en-US" dirty="0"/>
              <a:t>In conclusion having early detection not only benefit those living with it but will bring awareness to the world that this is a slow growing big problem worldwide, and we need to start educating not only adults but our children as well to ensure our future (children). Since diabetes effects children and younger adults more than older adults. And this can or will be used for other diseases as well in the future along with improving our medical field. </a:t>
            </a:r>
          </a:p>
        </p:txBody>
      </p:sp>
      <p:sp>
        <p:nvSpPr>
          <p:cNvPr id="9" name="Text Placeholder 8">
            <a:extLst>
              <a:ext uri="{FF2B5EF4-FFF2-40B4-BE49-F238E27FC236}">
                <a16:creationId xmlns:a16="http://schemas.microsoft.com/office/drawing/2014/main" id="{AE9E854D-BB31-664B-BDFC-CCE0B8F04334}"/>
              </a:ext>
            </a:extLst>
          </p:cNvPr>
          <p:cNvSpPr>
            <a:spLocks noGrp="1"/>
          </p:cNvSpPr>
          <p:nvPr>
            <p:ph type="body" sz="quarter" idx="29"/>
          </p:nvPr>
        </p:nvSpPr>
        <p:spPr>
          <a:xfrm>
            <a:off x="14472881" y="18614797"/>
            <a:ext cx="12529213" cy="697034"/>
          </a:xfrm>
        </p:spPr>
        <p:txBody>
          <a:bodyPr/>
          <a:lstStyle/>
          <a:p>
            <a:r>
              <a:rPr lang="en-US" dirty="0"/>
              <a:t>                                     REFERENCES</a:t>
            </a:r>
          </a:p>
        </p:txBody>
      </p:sp>
      <p:sp>
        <p:nvSpPr>
          <p:cNvPr id="10" name="Text Placeholder 9">
            <a:extLst>
              <a:ext uri="{FF2B5EF4-FFF2-40B4-BE49-F238E27FC236}">
                <a16:creationId xmlns:a16="http://schemas.microsoft.com/office/drawing/2014/main" id="{47BF609D-F805-5141-8A7D-B37696CEABE2}"/>
              </a:ext>
            </a:extLst>
          </p:cNvPr>
          <p:cNvSpPr>
            <a:spLocks noGrp="1"/>
          </p:cNvSpPr>
          <p:nvPr>
            <p:ph type="body" sz="quarter" idx="30"/>
          </p:nvPr>
        </p:nvSpPr>
        <p:spPr>
          <a:xfrm>
            <a:off x="14242017" y="21449502"/>
            <a:ext cx="12535488" cy="2858269"/>
          </a:xfrm>
        </p:spPr>
        <p:txBody>
          <a:bodyPr/>
          <a:lstStyle/>
          <a:p>
            <a:r>
              <a:rPr lang="en-US" dirty="0"/>
              <a:t>Special thanks to the Department of Education MSEIP for this amazing opportunity to conduct the research that I can relate to through my  grandad. And a huge thanks my mentor Dr. Xiang Zhao for making this research a smooth process along with making it enjoyable.</a:t>
            </a:r>
          </a:p>
        </p:txBody>
      </p:sp>
      <p:sp>
        <p:nvSpPr>
          <p:cNvPr id="11" name="Text Placeholder 10">
            <a:extLst>
              <a:ext uri="{FF2B5EF4-FFF2-40B4-BE49-F238E27FC236}">
                <a16:creationId xmlns:a16="http://schemas.microsoft.com/office/drawing/2014/main" id="{93067D59-1CEE-B44C-ADB1-8240DC212008}"/>
              </a:ext>
            </a:extLst>
          </p:cNvPr>
          <p:cNvSpPr>
            <a:spLocks noGrp="1"/>
          </p:cNvSpPr>
          <p:nvPr>
            <p:ph type="body" sz="quarter" idx="96"/>
          </p:nvPr>
        </p:nvSpPr>
        <p:spPr>
          <a:xfrm>
            <a:off x="973672" y="19792220"/>
            <a:ext cx="12307591" cy="6206878"/>
          </a:xfrm>
        </p:spPr>
        <p:txBody>
          <a:bodyPr/>
          <a:lstStyle/>
          <a:p>
            <a:pPr algn="just"/>
            <a:r>
              <a:rPr lang="en-US" dirty="0"/>
              <a:t>       This research project is very important due to the mass growth of technology along with fast food places. In addition, most people don’t realize they have Diabetes until its either too late or becomes chronic. And the fact that it’s very aggressive in our children and younger adults that the actual grown adults. But I believe with this early detection will pave the way for something even greater than a diagnosis.</a:t>
            </a:r>
          </a:p>
          <a:p>
            <a:endParaRPr lang="en-US" dirty="0"/>
          </a:p>
          <a:p>
            <a:endParaRPr lang="en-US" dirty="0"/>
          </a:p>
          <a:p>
            <a:endParaRPr lang="en-US" dirty="0"/>
          </a:p>
          <a:p>
            <a:endParaRPr lang="en-US" dirty="0"/>
          </a:p>
        </p:txBody>
      </p:sp>
      <p:sp>
        <p:nvSpPr>
          <p:cNvPr id="12" name="Text Placeholder 11">
            <a:extLst>
              <a:ext uri="{FF2B5EF4-FFF2-40B4-BE49-F238E27FC236}">
                <a16:creationId xmlns:a16="http://schemas.microsoft.com/office/drawing/2014/main" id="{47FBA12C-048C-8B4B-AD13-E8EA3EA9010F}"/>
              </a:ext>
            </a:extLst>
          </p:cNvPr>
          <p:cNvSpPr>
            <a:spLocks noGrp="1"/>
          </p:cNvSpPr>
          <p:nvPr>
            <p:ph type="body" sz="quarter" idx="150"/>
          </p:nvPr>
        </p:nvSpPr>
        <p:spPr>
          <a:xfrm>
            <a:off x="2872395" y="1449774"/>
            <a:ext cx="21348504" cy="1674165"/>
          </a:xfrm>
        </p:spPr>
        <p:txBody>
          <a:bodyPr>
            <a:normAutofit fontScale="85000" lnSpcReduction="20000"/>
          </a:bodyPr>
          <a:lstStyle/>
          <a:p>
            <a:pPr algn="ctr"/>
            <a:r>
              <a:rPr lang="en-US" sz="4400" dirty="0"/>
              <a:t>Author: Chasity Harris   Charr109@bulldogs.aamu.edu</a:t>
            </a:r>
            <a:r>
              <a:rPr lang="en-US" sz="4400" dirty="0">
                <a:solidFill>
                  <a:srgbClr val="C00000"/>
                </a:solidFill>
              </a:rPr>
              <a:t>      </a:t>
            </a:r>
            <a:r>
              <a:rPr lang="en-US" sz="4300" dirty="0"/>
              <a:t>Advisor: Dr. Xiang(Susie) Zhao   email: xiang.zhao@aamu.edu</a:t>
            </a:r>
          </a:p>
          <a:p>
            <a:pPr algn="ctr"/>
            <a:r>
              <a:rPr lang="en-US" sz="4300" dirty="0"/>
              <a:t>Department of Electrical Engineering and Computer Science</a:t>
            </a:r>
          </a:p>
          <a:p>
            <a:pPr algn="ctr"/>
            <a:endParaRPr lang="en-US" sz="4300" dirty="0"/>
          </a:p>
          <a:p>
            <a:pPr algn="ctr"/>
            <a:endParaRPr lang="en-US" sz="4300" dirty="0"/>
          </a:p>
          <a:p>
            <a:pPr algn="ctr"/>
            <a:endParaRPr lang="en-US" dirty="0"/>
          </a:p>
        </p:txBody>
      </p:sp>
      <p:sp>
        <p:nvSpPr>
          <p:cNvPr id="14" name="Text Placeholder 13">
            <a:extLst>
              <a:ext uri="{FF2B5EF4-FFF2-40B4-BE49-F238E27FC236}">
                <a16:creationId xmlns:a16="http://schemas.microsoft.com/office/drawing/2014/main" id="{D41F830E-651D-F643-942B-ADB6069521A2}"/>
              </a:ext>
            </a:extLst>
          </p:cNvPr>
          <p:cNvSpPr>
            <a:spLocks noGrp="1"/>
          </p:cNvSpPr>
          <p:nvPr>
            <p:ph type="body" sz="quarter" idx="153"/>
          </p:nvPr>
        </p:nvSpPr>
        <p:spPr>
          <a:xfrm>
            <a:off x="362602" y="605895"/>
            <a:ext cx="27069397" cy="1414987"/>
          </a:xfrm>
        </p:spPr>
        <p:txBody>
          <a:bodyPr>
            <a:normAutofit fontScale="62500" lnSpcReduction="20000"/>
          </a:bodyPr>
          <a:lstStyle/>
          <a:p>
            <a:pPr algn="ctr"/>
            <a:r>
              <a:rPr lang="en-US" dirty="0">
                <a:solidFill>
                  <a:schemeClr val="tx1">
                    <a:lumMod val="50000"/>
                    <a:lumOff val="50000"/>
                  </a:schemeClr>
                </a:solidFill>
              </a:rPr>
              <a:t>Likelihood Prediction of Diabetes at an Early Stage using Data Mining Techniques</a:t>
            </a:r>
          </a:p>
        </p:txBody>
      </p:sp>
      <p:sp>
        <p:nvSpPr>
          <p:cNvPr id="16" name="Text Placeholder 15">
            <a:extLst>
              <a:ext uri="{FF2B5EF4-FFF2-40B4-BE49-F238E27FC236}">
                <a16:creationId xmlns:a16="http://schemas.microsoft.com/office/drawing/2014/main" id="{61E376EE-9F45-DE24-3C72-22E7AC884F43}"/>
              </a:ext>
            </a:extLst>
          </p:cNvPr>
          <p:cNvSpPr>
            <a:spLocks noGrp="1"/>
          </p:cNvSpPr>
          <p:nvPr>
            <p:ph type="body" sz="quarter" idx="11"/>
          </p:nvPr>
        </p:nvSpPr>
        <p:spPr>
          <a:xfrm>
            <a:off x="411479" y="4300119"/>
            <a:ext cx="12588688" cy="712250"/>
          </a:xfrm>
        </p:spPr>
        <p:txBody>
          <a:bodyPr/>
          <a:lstStyle/>
          <a:p>
            <a:r>
              <a:rPr lang="en-US" dirty="0"/>
              <a:t>                                       ABSTRACT</a:t>
            </a:r>
          </a:p>
        </p:txBody>
      </p:sp>
      <p:sp>
        <p:nvSpPr>
          <p:cNvPr id="17" name="Text Placeholder 10">
            <a:extLst>
              <a:ext uri="{FF2B5EF4-FFF2-40B4-BE49-F238E27FC236}">
                <a16:creationId xmlns:a16="http://schemas.microsoft.com/office/drawing/2014/main" id="{087FFC59-FB37-A40B-9D88-EAFC615731AF}"/>
              </a:ext>
            </a:extLst>
          </p:cNvPr>
          <p:cNvSpPr txBox="1">
            <a:spLocks/>
          </p:cNvSpPr>
          <p:nvPr/>
        </p:nvSpPr>
        <p:spPr>
          <a:xfrm>
            <a:off x="915799" y="24008798"/>
            <a:ext cx="8196117" cy="3252223"/>
          </a:xfrm>
          <a:prstGeom prst="rect">
            <a:avLst/>
          </a:prstGeom>
        </p:spPr>
        <p:txBody>
          <a:bodyPr wrap="square" lIns="196113" tIns="196113" rIns="196113" bIns="196113">
            <a:spAutoFit/>
          </a:bodyPr>
          <a:lstStyle>
            <a:lvl1pPr marL="0" indent="0" algn="l" defTabSz="3765366" rtl="0" eaLnBrk="1" latinLnBrk="0" hangingPunct="1">
              <a:spcBef>
                <a:spcPct val="20000"/>
              </a:spcBef>
              <a:buFont typeface="Arial" pitchFamily="34" charset="0"/>
              <a:buNone/>
              <a:defRPr sz="3200" kern="1200">
                <a:solidFill>
                  <a:schemeClr val="tx2"/>
                </a:solidFill>
                <a:latin typeface="Helvetica" pitchFamily="2" charset="0"/>
                <a:ea typeface="+mn-ea"/>
                <a:cs typeface="Times New Roman" panose="02020603050405020304" pitchFamily="18" charset="0"/>
              </a:defRPr>
            </a:lvl1pPr>
            <a:lvl2pPr marL="1274733" indent="-490282" algn="l" defTabSz="3765366" rtl="0" eaLnBrk="1" latinLnBrk="0" hangingPunct="1">
              <a:spcBef>
                <a:spcPct val="20000"/>
              </a:spcBef>
              <a:buFont typeface="Arial" pitchFamily="34" charset="0"/>
              <a:buChar char="–"/>
              <a:defRPr sz="2200" kern="1200">
                <a:solidFill>
                  <a:schemeClr val="tx1"/>
                </a:solidFill>
                <a:latin typeface="Trebuchet MS" pitchFamily="34" charset="0"/>
                <a:ea typeface="+mn-ea"/>
                <a:cs typeface="+mn-cs"/>
              </a:defRPr>
            </a:lvl2pPr>
            <a:lvl3pPr marL="1765015" indent="-490282" algn="l" defTabSz="3765366" rtl="0" eaLnBrk="1" latinLnBrk="0" hangingPunct="1">
              <a:spcBef>
                <a:spcPct val="20000"/>
              </a:spcBef>
              <a:buFont typeface="Arial" pitchFamily="34" charset="0"/>
              <a:buChar char="•"/>
              <a:defRPr sz="2200" kern="1200">
                <a:solidFill>
                  <a:schemeClr val="tx1"/>
                </a:solidFill>
                <a:latin typeface="Trebuchet MS" pitchFamily="34" charset="0"/>
                <a:ea typeface="+mn-ea"/>
                <a:cs typeface="+mn-cs"/>
              </a:defRPr>
            </a:lvl3pPr>
            <a:lvl4pPr marL="2304325" indent="-539310" algn="l" defTabSz="3765366" rtl="0" eaLnBrk="1" latinLnBrk="0" hangingPunct="1">
              <a:spcBef>
                <a:spcPct val="20000"/>
              </a:spcBef>
              <a:buFont typeface="Arial" pitchFamily="34" charset="0"/>
              <a:buChar char="–"/>
              <a:defRPr sz="2200" kern="1200">
                <a:solidFill>
                  <a:schemeClr val="tx1"/>
                </a:solidFill>
                <a:latin typeface="Trebuchet MS" pitchFamily="34" charset="0"/>
                <a:ea typeface="+mn-ea"/>
                <a:cs typeface="+mn-cs"/>
              </a:defRPr>
            </a:lvl4pPr>
            <a:lvl5pPr marL="2696551" indent="-392226" algn="l" defTabSz="3765366" rtl="0" eaLnBrk="1" latinLnBrk="0" hangingPunct="1">
              <a:spcBef>
                <a:spcPct val="20000"/>
              </a:spcBef>
              <a:buFont typeface="Arial" pitchFamily="34" charset="0"/>
              <a:buChar char="»"/>
              <a:defRPr sz="2200" kern="1200">
                <a:solidFill>
                  <a:schemeClr val="tx1"/>
                </a:solidFill>
                <a:latin typeface="Trebuchet MS" pitchFamily="34" charset="0"/>
                <a:ea typeface="+mn-ea"/>
                <a:cs typeface="+mn-cs"/>
              </a:defRPr>
            </a:lvl5pPr>
            <a:lvl6pPr marL="10354757"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37439"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20122"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6002805"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dirty="0">
                <a:solidFill>
                  <a:schemeClr val="tx1"/>
                </a:solidFill>
              </a:rPr>
              <a:t>-Data set-</a:t>
            </a:r>
            <a:endParaRPr lang="en-US" dirty="0">
              <a:solidFill>
                <a:srgbClr val="FF0000"/>
              </a:solidFill>
            </a:endParaRPr>
          </a:p>
          <a:p>
            <a:r>
              <a:rPr lang="en-US" dirty="0"/>
              <a:t>                                  </a:t>
            </a:r>
          </a:p>
          <a:p>
            <a:endParaRPr lang="en-US" dirty="0"/>
          </a:p>
          <a:p>
            <a:endParaRPr lang="en-US" dirty="0"/>
          </a:p>
          <a:p>
            <a:endParaRPr lang="en-US" dirty="0"/>
          </a:p>
        </p:txBody>
      </p:sp>
      <p:sp>
        <p:nvSpPr>
          <p:cNvPr id="18" name="Text Placeholder 3">
            <a:extLst>
              <a:ext uri="{FF2B5EF4-FFF2-40B4-BE49-F238E27FC236}">
                <a16:creationId xmlns:a16="http://schemas.microsoft.com/office/drawing/2014/main" id="{992B049B-CBDE-D736-BA1E-D25C486AF198}"/>
              </a:ext>
            </a:extLst>
          </p:cNvPr>
          <p:cNvSpPr txBox="1">
            <a:spLocks/>
          </p:cNvSpPr>
          <p:nvPr/>
        </p:nvSpPr>
        <p:spPr>
          <a:xfrm>
            <a:off x="362602" y="23439343"/>
            <a:ext cx="12918661" cy="712193"/>
          </a:xfrm>
          <a:prstGeom prst="rect">
            <a:avLst/>
          </a:prstGeom>
          <a:solidFill>
            <a:schemeClr val="accent6"/>
          </a:solidFill>
        </p:spPr>
        <p:txBody>
          <a:bodyPr wrap="square" lIns="78446" tIns="78446" rIns="78446" bIns="78446" anchor="ctr" anchorCtr="0">
            <a:spAutoFit/>
          </a:bodyPr>
          <a:lstStyle>
            <a:lvl1pPr marL="0" indent="0" algn="l" defTabSz="3765366" rtl="0" eaLnBrk="1" latinLnBrk="0" hangingPunct="1">
              <a:spcBef>
                <a:spcPct val="20000"/>
              </a:spcBef>
              <a:buFont typeface="Arial" pitchFamily="34" charset="0"/>
              <a:buNone/>
              <a:defRPr sz="3500" b="1" u="none" kern="1200" baseline="0">
                <a:solidFill>
                  <a:schemeClr val="bg1"/>
                </a:solidFill>
                <a:latin typeface="Helvetica" pitchFamily="2" charset="0"/>
                <a:ea typeface="+mn-ea"/>
                <a:cs typeface="+mn-cs"/>
              </a:defRPr>
            </a:lvl1pPr>
            <a:lvl2pPr marL="3059360" indent="-1176677" algn="l" defTabSz="3765366"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6708" indent="-941342" algn="l" defTabSz="3765366"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9391"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72073"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54757"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37439"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20122"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6002805"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dirty="0"/>
              <a:t>                              TECHNICAL APPROACH </a:t>
            </a:r>
          </a:p>
        </p:txBody>
      </p:sp>
      <p:sp>
        <p:nvSpPr>
          <p:cNvPr id="19" name="Text Placeholder 8">
            <a:extLst>
              <a:ext uri="{FF2B5EF4-FFF2-40B4-BE49-F238E27FC236}">
                <a16:creationId xmlns:a16="http://schemas.microsoft.com/office/drawing/2014/main" id="{4E093411-F24E-05C9-5062-533C39FEDBDD}"/>
              </a:ext>
            </a:extLst>
          </p:cNvPr>
          <p:cNvSpPr txBox="1">
            <a:spLocks/>
          </p:cNvSpPr>
          <p:nvPr/>
        </p:nvSpPr>
        <p:spPr>
          <a:xfrm>
            <a:off x="14431833" y="20926443"/>
            <a:ext cx="12529213" cy="697034"/>
          </a:xfrm>
          <a:prstGeom prst="rect">
            <a:avLst/>
          </a:prstGeom>
          <a:solidFill>
            <a:schemeClr val="accent6"/>
          </a:solidFill>
        </p:spPr>
        <p:txBody>
          <a:bodyPr wrap="square" lIns="78446" tIns="78446" rIns="78446" bIns="78446" anchor="ctr" anchorCtr="0">
            <a:spAutoFit/>
          </a:bodyPr>
          <a:lstStyle>
            <a:lvl1pPr marL="0" indent="0" algn="l" defTabSz="3765366" rtl="0" eaLnBrk="1" latinLnBrk="0" hangingPunct="1">
              <a:spcBef>
                <a:spcPct val="20000"/>
              </a:spcBef>
              <a:buFont typeface="Arial" pitchFamily="34" charset="0"/>
              <a:buNone/>
              <a:defRPr sz="3500" b="1" u="none" kern="1200" baseline="0">
                <a:solidFill>
                  <a:schemeClr val="bg1"/>
                </a:solidFill>
                <a:latin typeface="Helvetica" pitchFamily="2" charset="0"/>
                <a:ea typeface="+mn-ea"/>
                <a:cs typeface="+mn-cs"/>
              </a:defRPr>
            </a:lvl1pPr>
            <a:lvl2pPr marL="3059360" indent="-1176677" algn="l" defTabSz="3765366"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6708" indent="-941342" algn="l" defTabSz="3765366"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9391"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72073"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54757"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37439"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20122"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6002805"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dirty="0"/>
              <a:t>                              ACKNOWLEDGEMENTS</a:t>
            </a:r>
          </a:p>
        </p:txBody>
      </p:sp>
      <p:sp>
        <p:nvSpPr>
          <p:cNvPr id="3" name="Text Placeholder 3">
            <a:extLst>
              <a:ext uri="{FF2B5EF4-FFF2-40B4-BE49-F238E27FC236}">
                <a16:creationId xmlns:a16="http://schemas.microsoft.com/office/drawing/2014/main" id="{03A4CF78-3D3E-1BE7-D022-732E04E76C06}"/>
              </a:ext>
            </a:extLst>
          </p:cNvPr>
          <p:cNvSpPr txBox="1">
            <a:spLocks/>
          </p:cNvSpPr>
          <p:nvPr/>
        </p:nvSpPr>
        <p:spPr>
          <a:xfrm>
            <a:off x="14237108" y="23981693"/>
            <a:ext cx="12918661" cy="712193"/>
          </a:xfrm>
          <a:prstGeom prst="rect">
            <a:avLst/>
          </a:prstGeom>
          <a:solidFill>
            <a:schemeClr val="accent6"/>
          </a:solidFill>
        </p:spPr>
        <p:txBody>
          <a:bodyPr wrap="square" lIns="78446" tIns="78446" rIns="78446" bIns="78446" anchor="ctr" anchorCtr="0">
            <a:spAutoFit/>
          </a:bodyPr>
          <a:lstStyle>
            <a:lvl1pPr marL="0" indent="0" algn="l" defTabSz="3765366" rtl="0" eaLnBrk="1" latinLnBrk="0" hangingPunct="1">
              <a:spcBef>
                <a:spcPct val="20000"/>
              </a:spcBef>
              <a:buFont typeface="Arial" pitchFamily="34" charset="0"/>
              <a:buNone/>
              <a:defRPr sz="3500" b="1" u="none" kern="1200" baseline="0">
                <a:solidFill>
                  <a:schemeClr val="bg1"/>
                </a:solidFill>
                <a:latin typeface="Helvetica" pitchFamily="2" charset="0"/>
                <a:ea typeface="+mn-ea"/>
                <a:cs typeface="+mn-cs"/>
              </a:defRPr>
            </a:lvl1pPr>
            <a:lvl2pPr marL="3059360" indent="-1176677" algn="l" defTabSz="3765366" rtl="0" eaLnBrk="1" latinLnBrk="0" hangingPunct="1">
              <a:spcBef>
                <a:spcPct val="20000"/>
              </a:spcBef>
              <a:buFont typeface="Arial" pitchFamily="34" charset="0"/>
              <a:buChar char="–"/>
              <a:defRPr sz="11600" kern="1200">
                <a:solidFill>
                  <a:schemeClr val="tx1"/>
                </a:solidFill>
                <a:latin typeface="+mn-lt"/>
                <a:ea typeface="+mn-ea"/>
                <a:cs typeface="+mn-cs"/>
              </a:defRPr>
            </a:lvl2pPr>
            <a:lvl3pPr marL="4706708" indent="-941342" algn="l" defTabSz="3765366" rtl="0" eaLnBrk="1" latinLnBrk="0" hangingPunct="1">
              <a:spcBef>
                <a:spcPct val="20000"/>
              </a:spcBef>
              <a:buFont typeface="Arial" pitchFamily="34" charset="0"/>
              <a:buChar char="•"/>
              <a:defRPr sz="9900" kern="1200">
                <a:solidFill>
                  <a:schemeClr val="tx1"/>
                </a:solidFill>
                <a:latin typeface="+mn-lt"/>
                <a:ea typeface="+mn-ea"/>
                <a:cs typeface="+mn-cs"/>
              </a:defRPr>
            </a:lvl3pPr>
            <a:lvl4pPr marL="6589391"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4pPr>
            <a:lvl5pPr marL="8472073"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5pPr>
            <a:lvl6pPr marL="10354757"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37439"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20122"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6002805"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dirty="0"/>
              <a:t>                              TECHNICAL APPROACH </a:t>
            </a:r>
          </a:p>
        </p:txBody>
      </p:sp>
      <p:sp>
        <p:nvSpPr>
          <p:cNvPr id="15" name="Text Placeholder 9">
            <a:extLst>
              <a:ext uri="{FF2B5EF4-FFF2-40B4-BE49-F238E27FC236}">
                <a16:creationId xmlns:a16="http://schemas.microsoft.com/office/drawing/2014/main" id="{2CB53608-68B9-C7DB-8AE4-13E6D898CD60}"/>
              </a:ext>
            </a:extLst>
          </p:cNvPr>
          <p:cNvSpPr txBox="1">
            <a:spLocks/>
          </p:cNvSpPr>
          <p:nvPr/>
        </p:nvSpPr>
        <p:spPr>
          <a:xfrm>
            <a:off x="14488170" y="19194328"/>
            <a:ext cx="12535488" cy="1971872"/>
          </a:xfrm>
          <a:prstGeom prst="rect">
            <a:avLst/>
          </a:prstGeom>
        </p:spPr>
        <p:txBody>
          <a:bodyPr wrap="square" lIns="196113" tIns="196113" rIns="196113" bIns="196113">
            <a:spAutoFit/>
          </a:bodyPr>
          <a:lstStyle>
            <a:lvl1pPr marL="0" indent="0" algn="l" defTabSz="3765366" rtl="0" eaLnBrk="1" latinLnBrk="0" hangingPunct="1">
              <a:spcBef>
                <a:spcPct val="20000"/>
              </a:spcBef>
              <a:buFont typeface="Arial" pitchFamily="34" charset="0"/>
              <a:buNone/>
              <a:defRPr sz="3200" kern="1200">
                <a:solidFill>
                  <a:schemeClr val="tx2"/>
                </a:solidFill>
                <a:latin typeface="Helvetica" pitchFamily="2" charset="0"/>
                <a:ea typeface="+mn-ea"/>
                <a:cs typeface="Times New Roman" panose="02020603050405020304" pitchFamily="18" charset="0"/>
              </a:defRPr>
            </a:lvl1pPr>
            <a:lvl2pPr marL="1274733" indent="-490282" algn="l" defTabSz="3765366" rtl="0" eaLnBrk="1" latinLnBrk="0" hangingPunct="1">
              <a:spcBef>
                <a:spcPct val="20000"/>
              </a:spcBef>
              <a:buFont typeface="Arial" pitchFamily="34" charset="0"/>
              <a:buChar char="–"/>
              <a:defRPr sz="2200" kern="1200">
                <a:solidFill>
                  <a:schemeClr val="tx1"/>
                </a:solidFill>
                <a:latin typeface="Trebuchet MS" pitchFamily="34" charset="0"/>
                <a:ea typeface="+mn-ea"/>
                <a:cs typeface="+mn-cs"/>
              </a:defRPr>
            </a:lvl2pPr>
            <a:lvl3pPr marL="1765015" indent="-490282" algn="l" defTabSz="3765366" rtl="0" eaLnBrk="1" latinLnBrk="0" hangingPunct="1">
              <a:spcBef>
                <a:spcPct val="20000"/>
              </a:spcBef>
              <a:buFont typeface="Arial" pitchFamily="34" charset="0"/>
              <a:buChar char="•"/>
              <a:defRPr sz="2200" kern="1200">
                <a:solidFill>
                  <a:schemeClr val="tx1"/>
                </a:solidFill>
                <a:latin typeface="Trebuchet MS" pitchFamily="34" charset="0"/>
                <a:ea typeface="+mn-ea"/>
                <a:cs typeface="+mn-cs"/>
              </a:defRPr>
            </a:lvl3pPr>
            <a:lvl4pPr marL="2304325" indent="-539310" algn="l" defTabSz="3765366" rtl="0" eaLnBrk="1" latinLnBrk="0" hangingPunct="1">
              <a:spcBef>
                <a:spcPct val="20000"/>
              </a:spcBef>
              <a:buFont typeface="Arial" pitchFamily="34" charset="0"/>
              <a:buChar char="–"/>
              <a:defRPr sz="2200" kern="1200">
                <a:solidFill>
                  <a:schemeClr val="tx1"/>
                </a:solidFill>
                <a:latin typeface="Trebuchet MS" pitchFamily="34" charset="0"/>
                <a:ea typeface="+mn-ea"/>
                <a:cs typeface="+mn-cs"/>
              </a:defRPr>
            </a:lvl4pPr>
            <a:lvl5pPr marL="2696551" indent="-392226" algn="l" defTabSz="3765366" rtl="0" eaLnBrk="1" latinLnBrk="0" hangingPunct="1">
              <a:spcBef>
                <a:spcPct val="20000"/>
              </a:spcBef>
              <a:buFont typeface="Arial" pitchFamily="34" charset="0"/>
              <a:buChar char="»"/>
              <a:defRPr sz="2200" kern="1200">
                <a:solidFill>
                  <a:schemeClr val="tx1"/>
                </a:solidFill>
                <a:latin typeface="Trebuchet MS" pitchFamily="34" charset="0"/>
                <a:ea typeface="+mn-ea"/>
                <a:cs typeface="+mn-cs"/>
              </a:defRPr>
            </a:lvl5pPr>
            <a:lvl6pPr marL="10354757"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37439"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20122"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6002805"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r>
              <a:rPr lang="en-US" dirty="0"/>
              <a:t>- “Likelihood Prediction of Diabetes at Early Stage Using Data Mining Techniques”- M.M. </a:t>
            </a:r>
            <a:r>
              <a:rPr lang="en-US" dirty="0" err="1"/>
              <a:t>Faniqul</a:t>
            </a:r>
            <a:r>
              <a:rPr lang="en-US" dirty="0"/>
              <a:t>, etc.</a:t>
            </a:r>
          </a:p>
          <a:p>
            <a:r>
              <a:rPr lang="en-US" dirty="0"/>
              <a:t> - Python-</a:t>
            </a:r>
            <a:r>
              <a:rPr lang="en-US" dirty="0" err="1"/>
              <a:t>Sklearn</a:t>
            </a:r>
            <a:r>
              <a:rPr lang="en-US" dirty="0"/>
              <a:t>/ Anaconda / YouTube</a:t>
            </a:r>
          </a:p>
        </p:txBody>
      </p:sp>
      <p:sp>
        <p:nvSpPr>
          <p:cNvPr id="20" name="Text Placeholder 9">
            <a:extLst>
              <a:ext uri="{FF2B5EF4-FFF2-40B4-BE49-F238E27FC236}">
                <a16:creationId xmlns:a16="http://schemas.microsoft.com/office/drawing/2014/main" id="{012F2692-9E43-4D27-FCBD-A5682316719F}"/>
              </a:ext>
            </a:extLst>
          </p:cNvPr>
          <p:cNvSpPr txBox="1">
            <a:spLocks/>
          </p:cNvSpPr>
          <p:nvPr/>
        </p:nvSpPr>
        <p:spPr>
          <a:xfrm>
            <a:off x="15592925" y="24456102"/>
            <a:ext cx="11239517" cy="12214676"/>
          </a:xfrm>
          <a:prstGeom prst="rect">
            <a:avLst/>
          </a:prstGeom>
        </p:spPr>
        <p:txBody>
          <a:bodyPr wrap="square" lIns="196113" tIns="196113" rIns="196113" bIns="196113">
            <a:spAutoFit/>
          </a:bodyPr>
          <a:lstStyle>
            <a:lvl1pPr marL="0" indent="0" algn="l" defTabSz="3765366" rtl="0" eaLnBrk="1" latinLnBrk="0" hangingPunct="1">
              <a:spcBef>
                <a:spcPct val="20000"/>
              </a:spcBef>
              <a:buFont typeface="Arial" pitchFamily="34" charset="0"/>
              <a:buNone/>
              <a:defRPr sz="3200" kern="1200">
                <a:solidFill>
                  <a:schemeClr val="tx2"/>
                </a:solidFill>
                <a:latin typeface="Helvetica" pitchFamily="2" charset="0"/>
                <a:ea typeface="+mn-ea"/>
                <a:cs typeface="Times New Roman" panose="02020603050405020304" pitchFamily="18" charset="0"/>
              </a:defRPr>
            </a:lvl1pPr>
            <a:lvl2pPr marL="1274733" indent="-490282" algn="l" defTabSz="3765366" rtl="0" eaLnBrk="1" latinLnBrk="0" hangingPunct="1">
              <a:spcBef>
                <a:spcPct val="20000"/>
              </a:spcBef>
              <a:buFont typeface="Arial" pitchFamily="34" charset="0"/>
              <a:buChar char="–"/>
              <a:defRPr sz="2200" kern="1200">
                <a:solidFill>
                  <a:schemeClr val="tx1"/>
                </a:solidFill>
                <a:latin typeface="Trebuchet MS" pitchFamily="34" charset="0"/>
                <a:ea typeface="+mn-ea"/>
                <a:cs typeface="+mn-cs"/>
              </a:defRPr>
            </a:lvl2pPr>
            <a:lvl3pPr marL="1765015" indent="-490282" algn="l" defTabSz="3765366" rtl="0" eaLnBrk="1" latinLnBrk="0" hangingPunct="1">
              <a:spcBef>
                <a:spcPct val="20000"/>
              </a:spcBef>
              <a:buFont typeface="Arial" pitchFamily="34" charset="0"/>
              <a:buChar char="•"/>
              <a:defRPr sz="2200" kern="1200">
                <a:solidFill>
                  <a:schemeClr val="tx1"/>
                </a:solidFill>
                <a:latin typeface="Trebuchet MS" pitchFamily="34" charset="0"/>
                <a:ea typeface="+mn-ea"/>
                <a:cs typeface="+mn-cs"/>
              </a:defRPr>
            </a:lvl3pPr>
            <a:lvl4pPr marL="2304325" indent="-539310" algn="l" defTabSz="3765366" rtl="0" eaLnBrk="1" latinLnBrk="0" hangingPunct="1">
              <a:spcBef>
                <a:spcPct val="20000"/>
              </a:spcBef>
              <a:buFont typeface="Arial" pitchFamily="34" charset="0"/>
              <a:buChar char="–"/>
              <a:defRPr sz="2200" kern="1200">
                <a:solidFill>
                  <a:schemeClr val="tx1"/>
                </a:solidFill>
                <a:latin typeface="Trebuchet MS" pitchFamily="34" charset="0"/>
                <a:ea typeface="+mn-ea"/>
                <a:cs typeface="+mn-cs"/>
              </a:defRPr>
            </a:lvl4pPr>
            <a:lvl5pPr marL="2696551" indent="-392226" algn="l" defTabSz="3765366" rtl="0" eaLnBrk="1" latinLnBrk="0" hangingPunct="1">
              <a:spcBef>
                <a:spcPct val="20000"/>
              </a:spcBef>
              <a:buFont typeface="Arial" pitchFamily="34" charset="0"/>
              <a:buChar char="»"/>
              <a:defRPr sz="2200" kern="1200">
                <a:solidFill>
                  <a:schemeClr val="tx1"/>
                </a:solidFill>
                <a:latin typeface="Trebuchet MS" pitchFamily="34" charset="0"/>
                <a:ea typeface="+mn-ea"/>
                <a:cs typeface="+mn-cs"/>
              </a:defRPr>
            </a:lvl5pPr>
            <a:lvl6pPr marL="10354757"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37439"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20122"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6002805" indent="-941342" algn="l" defTabSz="3765366"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pPr algn="ctr"/>
            <a:r>
              <a:rPr lang="en-US" dirty="0"/>
              <a:t>-Support Vector Machine (SVM)-</a:t>
            </a:r>
          </a:p>
          <a:p>
            <a:r>
              <a:rPr lang="en-US" dirty="0"/>
              <a:t>Code segments of the SVM used in this project</a:t>
            </a:r>
          </a:p>
          <a:p>
            <a:r>
              <a:rPr lang="en-US" dirty="0">
                <a:solidFill>
                  <a:srgbClr val="0070C0"/>
                </a:solidFill>
              </a:rPr>
              <a:t>#get all categorical columns</a:t>
            </a:r>
          </a:p>
          <a:p>
            <a:r>
              <a:rPr lang="en-US" dirty="0" err="1">
                <a:solidFill>
                  <a:srgbClr val="0070C0"/>
                </a:solidFill>
              </a:rPr>
              <a:t>cat_columns</a:t>
            </a:r>
            <a:r>
              <a:rPr lang="en-US" dirty="0">
                <a:solidFill>
                  <a:srgbClr val="0070C0"/>
                </a:solidFill>
              </a:rPr>
              <a:t> = </a:t>
            </a:r>
            <a:r>
              <a:rPr lang="en-US" dirty="0" err="1">
                <a:solidFill>
                  <a:srgbClr val="0070C0"/>
                </a:solidFill>
              </a:rPr>
              <a:t>balance_data.select_dtypes</a:t>
            </a:r>
            <a:r>
              <a:rPr lang="en-US" dirty="0">
                <a:solidFill>
                  <a:srgbClr val="0070C0"/>
                </a:solidFill>
              </a:rPr>
              <a:t>(['object']).columns</a:t>
            </a:r>
          </a:p>
          <a:p>
            <a:r>
              <a:rPr lang="en-US" dirty="0">
                <a:solidFill>
                  <a:srgbClr val="0070C0"/>
                </a:solidFill>
              </a:rPr>
              <a:t>#convert all categorical columns to numeric</a:t>
            </a:r>
          </a:p>
          <a:p>
            <a:r>
              <a:rPr lang="en-US" dirty="0" err="1">
                <a:solidFill>
                  <a:srgbClr val="0070C0"/>
                </a:solidFill>
              </a:rPr>
              <a:t>balance_data</a:t>
            </a:r>
            <a:r>
              <a:rPr lang="en-US" dirty="0">
                <a:solidFill>
                  <a:srgbClr val="0070C0"/>
                </a:solidFill>
              </a:rPr>
              <a:t>[</a:t>
            </a:r>
            <a:r>
              <a:rPr lang="en-US" dirty="0" err="1">
                <a:solidFill>
                  <a:srgbClr val="0070C0"/>
                </a:solidFill>
              </a:rPr>
              <a:t>cat_columns</a:t>
            </a:r>
            <a:r>
              <a:rPr lang="en-US" dirty="0">
                <a:solidFill>
                  <a:srgbClr val="0070C0"/>
                </a:solidFill>
              </a:rPr>
              <a:t>] = </a:t>
            </a:r>
            <a:r>
              <a:rPr lang="en-US" dirty="0" err="1">
                <a:solidFill>
                  <a:srgbClr val="0070C0"/>
                </a:solidFill>
              </a:rPr>
              <a:t>balance_data</a:t>
            </a:r>
            <a:r>
              <a:rPr lang="en-US" dirty="0">
                <a:solidFill>
                  <a:srgbClr val="0070C0"/>
                </a:solidFill>
              </a:rPr>
              <a:t>[</a:t>
            </a:r>
            <a:r>
              <a:rPr lang="en-US" dirty="0" err="1">
                <a:solidFill>
                  <a:srgbClr val="0070C0"/>
                </a:solidFill>
              </a:rPr>
              <a:t>cat_columns</a:t>
            </a:r>
            <a:r>
              <a:rPr lang="en-US" dirty="0">
                <a:solidFill>
                  <a:srgbClr val="0070C0"/>
                </a:solidFill>
              </a:rPr>
              <a:t>].apply(lambda x: </a:t>
            </a:r>
            <a:r>
              <a:rPr lang="en-US" dirty="0" err="1">
                <a:solidFill>
                  <a:srgbClr val="0070C0"/>
                </a:solidFill>
              </a:rPr>
              <a:t>pd.factorize</a:t>
            </a:r>
            <a:r>
              <a:rPr lang="en-US" dirty="0">
                <a:solidFill>
                  <a:srgbClr val="0070C0"/>
                </a:solidFill>
              </a:rPr>
              <a:t>(x)[0])</a:t>
            </a:r>
          </a:p>
          <a:p>
            <a:r>
              <a:rPr lang="fr-FR" dirty="0">
                <a:solidFill>
                  <a:srgbClr val="0070C0"/>
                </a:solidFill>
              </a:rPr>
              <a:t>X = </a:t>
            </a:r>
            <a:r>
              <a:rPr lang="fr-FR" dirty="0" err="1">
                <a:solidFill>
                  <a:srgbClr val="0070C0"/>
                </a:solidFill>
              </a:rPr>
              <a:t>balance_data.values</a:t>
            </a:r>
            <a:r>
              <a:rPr lang="fr-FR" dirty="0">
                <a:solidFill>
                  <a:srgbClr val="0070C0"/>
                </a:solidFill>
              </a:rPr>
              <a:t>[:, 12:15]</a:t>
            </a:r>
          </a:p>
          <a:p>
            <a:r>
              <a:rPr lang="fr-FR" dirty="0">
                <a:solidFill>
                  <a:srgbClr val="0070C0"/>
                </a:solidFill>
              </a:rPr>
              <a:t>Y = </a:t>
            </a:r>
            <a:r>
              <a:rPr lang="fr-FR" dirty="0" err="1">
                <a:solidFill>
                  <a:srgbClr val="0070C0"/>
                </a:solidFill>
              </a:rPr>
              <a:t>balance_data.values</a:t>
            </a:r>
            <a:r>
              <a:rPr lang="fr-FR" dirty="0">
                <a:solidFill>
                  <a:srgbClr val="0070C0"/>
                </a:solidFill>
              </a:rPr>
              <a:t>[:,16]</a:t>
            </a:r>
            <a:endParaRPr lang="en-US" dirty="0">
              <a:solidFill>
                <a:srgbClr val="0070C0"/>
              </a:solidFill>
            </a:endParaRPr>
          </a:p>
          <a:p>
            <a:r>
              <a:rPr lang="en-US" dirty="0" err="1">
                <a:solidFill>
                  <a:srgbClr val="0070C0"/>
                </a:solidFill>
              </a:rPr>
              <a:t>X_train</a:t>
            </a:r>
            <a:r>
              <a:rPr lang="en-US" dirty="0">
                <a:solidFill>
                  <a:srgbClr val="0070C0"/>
                </a:solidFill>
              </a:rPr>
              <a:t>, </a:t>
            </a:r>
            <a:r>
              <a:rPr lang="en-US" dirty="0" err="1">
                <a:solidFill>
                  <a:srgbClr val="0070C0"/>
                </a:solidFill>
              </a:rPr>
              <a:t>X_test</a:t>
            </a:r>
            <a:r>
              <a:rPr lang="en-US" dirty="0">
                <a:solidFill>
                  <a:srgbClr val="0070C0"/>
                </a:solidFill>
              </a:rPr>
              <a:t>, </a:t>
            </a:r>
            <a:r>
              <a:rPr lang="en-US" dirty="0" err="1">
                <a:solidFill>
                  <a:srgbClr val="0070C0"/>
                </a:solidFill>
              </a:rPr>
              <a:t>y_train</a:t>
            </a:r>
            <a:r>
              <a:rPr lang="en-US" dirty="0">
                <a:solidFill>
                  <a:srgbClr val="0070C0"/>
                </a:solidFill>
              </a:rPr>
              <a:t>, </a:t>
            </a:r>
            <a:r>
              <a:rPr lang="en-US" dirty="0" err="1">
                <a:solidFill>
                  <a:srgbClr val="0070C0"/>
                </a:solidFill>
              </a:rPr>
              <a:t>y_test</a:t>
            </a:r>
            <a:r>
              <a:rPr lang="en-US" dirty="0">
                <a:solidFill>
                  <a:srgbClr val="0070C0"/>
                </a:solidFill>
              </a:rPr>
              <a:t> = </a:t>
            </a:r>
            <a:r>
              <a:rPr lang="en-US" dirty="0" err="1">
                <a:solidFill>
                  <a:srgbClr val="0070C0"/>
                </a:solidFill>
              </a:rPr>
              <a:t>train_test_split</a:t>
            </a:r>
            <a:r>
              <a:rPr lang="en-US" dirty="0">
                <a:solidFill>
                  <a:srgbClr val="0070C0"/>
                </a:solidFill>
              </a:rPr>
              <a:t>( X, Y, </a:t>
            </a:r>
            <a:r>
              <a:rPr lang="en-US" dirty="0" err="1">
                <a:solidFill>
                  <a:srgbClr val="0070C0"/>
                </a:solidFill>
              </a:rPr>
              <a:t>test_size</a:t>
            </a:r>
            <a:r>
              <a:rPr lang="en-US" dirty="0">
                <a:solidFill>
                  <a:srgbClr val="0070C0"/>
                </a:solidFill>
              </a:rPr>
              <a:t> = 0.3, </a:t>
            </a:r>
            <a:r>
              <a:rPr lang="en-US" dirty="0" err="1">
                <a:solidFill>
                  <a:srgbClr val="0070C0"/>
                </a:solidFill>
              </a:rPr>
              <a:t>random_state</a:t>
            </a:r>
            <a:r>
              <a:rPr lang="en-US" dirty="0">
                <a:solidFill>
                  <a:srgbClr val="0070C0"/>
                </a:solidFill>
              </a:rPr>
              <a:t> = 100)</a:t>
            </a:r>
          </a:p>
          <a:p>
            <a:endParaRPr lang="en-US" dirty="0">
              <a:solidFill>
                <a:srgbClr val="0070C0"/>
              </a:solidFill>
            </a:endParaRPr>
          </a:p>
          <a:p>
            <a:r>
              <a:rPr lang="en-US" dirty="0">
                <a:solidFill>
                  <a:schemeClr val="tx1"/>
                </a:solidFill>
              </a:rPr>
              <a:t>-accuracy score-</a:t>
            </a:r>
          </a:p>
          <a:p>
            <a:r>
              <a:rPr lang="en-US" dirty="0"/>
              <a:t>Code segments to calculate the accuracy score</a:t>
            </a:r>
            <a:endParaRPr lang="en-US" dirty="0">
              <a:solidFill>
                <a:srgbClr val="0070C0"/>
              </a:solidFill>
            </a:endParaRPr>
          </a:p>
          <a:p>
            <a:r>
              <a:rPr lang="en-US" dirty="0">
                <a:solidFill>
                  <a:srgbClr val="0070C0"/>
                </a:solidFill>
              </a:rPr>
              <a:t>~ here is the code used to get the accuracy score:</a:t>
            </a:r>
          </a:p>
          <a:p>
            <a:r>
              <a:rPr lang="es-ES" dirty="0" err="1">
                <a:solidFill>
                  <a:srgbClr val="0070C0"/>
                </a:solidFill>
              </a:rPr>
              <a:t>y_pred_en</a:t>
            </a:r>
            <a:r>
              <a:rPr lang="es-ES" dirty="0">
                <a:solidFill>
                  <a:srgbClr val="0070C0"/>
                </a:solidFill>
              </a:rPr>
              <a:t> = </a:t>
            </a:r>
            <a:r>
              <a:rPr lang="es-ES" dirty="0" err="1">
                <a:solidFill>
                  <a:srgbClr val="0070C0"/>
                </a:solidFill>
              </a:rPr>
              <a:t>clf_entropy.predict</a:t>
            </a:r>
            <a:r>
              <a:rPr lang="es-ES" dirty="0">
                <a:solidFill>
                  <a:srgbClr val="0070C0"/>
                </a:solidFill>
              </a:rPr>
              <a:t>(</a:t>
            </a:r>
            <a:r>
              <a:rPr lang="es-ES" dirty="0" err="1">
                <a:solidFill>
                  <a:srgbClr val="0070C0"/>
                </a:solidFill>
              </a:rPr>
              <a:t>X_test</a:t>
            </a:r>
            <a:r>
              <a:rPr lang="es-ES" dirty="0">
                <a:solidFill>
                  <a:srgbClr val="0070C0"/>
                </a:solidFill>
              </a:rPr>
              <a:t>)</a:t>
            </a:r>
          </a:p>
          <a:p>
            <a:r>
              <a:rPr lang="es-ES" dirty="0" err="1">
                <a:solidFill>
                  <a:srgbClr val="0070C0"/>
                </a:solidFill>
              </a:rPr>
              <a:t>y_pred_en</a:t>
            </a:r>
            <a:endParaRPr lang="es-ES" dirty="0">
              <a:solidFill>
                <a:srgbClr val="0070C0"/>
              </a:solidFill>
            </a:endParaRPr>
          </a:p>
          <a:p>
            <a:r>
              <a:rPr lang="en-US" dirty="0">
                <a:solidFill>
                  <a:srgbClr val="0070C0"/>
                </a:solidFill>
              </a:rPr>
              <a:t>print ("Accuracy is "), </a:t>
            </a:r>
            <a:r>
              <a:rPr lang="en-US" dirty="0" err="1">
                <a:solidFill>
                  <a:srgbClr val="0070C0"/>
                </a:solidFill>
              </a:rPr>
              <a:t>accuracy_score</a:t>
            </a:r>
            <a:r>
              <a:rPr lang="en-US" dirty="0">
                <a:solidFill>
                  <a:srgbClr val="0070C0"/>
                </a:solidFill>
              </a:rPr>
              <a:t>(</a:t>
            </a:r>
            <a:r>
              <a:rPr lang="en-US" dirty="0" err="1">
                <a:solidFill>
                  <a:srgbClr val="0070C0"/>
                </a:solidFill>
              </a:rPr>
              <a:t>y_test,y_pred_en</a:t>
            </a:r>
            <a:r>
              <a:rPr lang="en-US" dirty="0">
                <a:solidFill>
                  <a:srgbClr val="0070C0"/>
                </a:solidFill>
              </a:rPr>
              <a:t>)*100</a:t>
            </a:r>
          </a:p>
        </p:txBody>
      </p:sp>
      <p:sp>
        <p:nvSpPr>
          <p:cNvPr id="23" name="TextBox 22"/>
          <p:cNvSpPr txBox="1"/>
          <p:nvPr/>
        </p:nvSpPr>
        <p:spPr>
          <a:xfrm>
            <a:off x="645887" y="27261021"/>
            <a:ext cx="8353734" cy="8463855"/>
          </a:xfrm>
          <a:prstGeom prst="rect">
            <a:avLst/>
          </a:prstGeom>
          <a:noFill/>
        </p:spPr>
        <p:txBody>
          <a:bodyPr wrap="square" rtlCol="0">
            <a:spAutoFit/>
          </a:bodyPr>
          <a:lstStyle/>
          <a:p>
            <a:r>
              <a:rPr lang="en-US" sz="3200" dirty="0"/>
              <a:t>-Decision Tree Code-</a:t>
            </a:r>
          </a:p>
          <a:p>
            <a:r>
              <a:rPr lang="en-US" sz="3200" dirty="0"/>
              <a:t>Code segments of the decision tree used in this project</a:t>
            </a:r>
          </a:p>
          <a:p>
            <a:r>
              <a:rPr lang="en-US" sz="3200" dirty="0">
                <a:solidFill>
                  <a:srgbClr val="0070C0"/>
                </a:solidFill>
              </a:rPr>
              <a:t>from </a:t>
            </a:r>
            <a:r>
              <a:rPr lang="en-US" sz="3200" dirty="0" err="1">
                <a:solidFill>
                  <a:srgbClr val="0070C0"/>
                </a:solidFill>
              </a:rPr>
              <a:t>sklearn.tree</a:t>
            </a:r>
            <a:r>
              <a:rPr lang="en-US" sz="3200" dirty="0">
                <a:solidFill>
                  <a:srgbClr val="0070C0"/>
                </a:solidFill>
              </a:rPr>
              <a:t> import </a:t>
            </a:r>
            <a:r>
              <a:rPr lang="en-US" sz="3200" dirty="0" err="1">
                <a:solidFill>
                  <a:srgbClr val="0070C0"/>
                </a:solidFill>
              </a:rPr>
              <a:t>DecisionTreeClassifier</a:t>
            </a:r>
            <a:endParaRPr lang="en-US" sz="3200" dirty="0">
              <a:solidFill>
                <a:srgbClr val="0070C0"/>
              </a:solidFill>
            </a:endParaRPr>
          </a:p>
          <a:p>
            <a:r>
              <a:rPr lang="en-US" sz="3200" dirty="0">
                <a:solidFill>
                  <a:srgbClr val="0070C0"/>
                </a:solidFill>
              </a:rPr>
              <a:t>~</a:t>
            </a:r>
            <a:r>
              <a:rPr lang="en-US" sz="3200" dirty="0" err="1">
                <a:solidFill>
                  <a:srgbClr val="0070C0"/>
                </a:solidFill>
              </a:rPr>
              <a:t>clf_entropy</a:t>
            </a:r>
            <a:r>
              <a:rPr lang="en-US" sz="3200" dirty="0">
                <a:solidFill>
                  <a:srgbClr val="0070C0"/>
                </a:solidFill>
              </a:rPr>
              <a:t> = </a:t>
            </a:r>
            <a:r>
              <a:rPr lang="en-US" sz="3200" dirty="0" err="1">
                <a:solidFill>
                  <a:srgbClr val="0070C0"/>
                </a:solidFill>
              </a:rPr>
              <a:t>DecisionTreeClassifier</a:t>
            </a:r>
            <a:r>
              <a:rPr lang="en-US" sz="3200" dirty="0">
                <a:solidFill>
                  <a:srgbClr val="0070C0"/>
                </a:solidFill>
              </a:rPr>
              <a:t>(criterion = “entropy”, </a:t>
            </a:r>
            <a:r>
              <a:rPr lang="en-US" sz="3200" dirty="0" err="1">
                <a:solidFill>
                  <a:srgbClr val="0070C0"/>
                </a:solidFill>
              </a:rPr>
              <a:t>random_state</a:t>
            </a:r>
            <a:r>
              <a:rPr lang="en-US" sz="3200" dirty="0">
                <a:solidFill>
                  <a:srgbClr val="0070C0"/>
                </a:solidFill>
              </a:rPr>
              <a:t> = 100, </a:t>
            </a:r>
            <a:r>
              <a:rPr lang="en-US" sz="3200" dirty="0" err="1">
                <a:solidFill>
                  <a:srgbClr val="0070C0"/>
                </a:solidFill>
              </a:rPr>
              <a:t>max_depth</a:t>
            </a:r>
            <a:r>
              <a:rPr lang="en-US" sz="3200" dirty="0">
                <a:solidFill>
                  <a:srgbClr val="0070C0"/>
                </a:solidFill>
              </a:rPr>
              <a:t> = 3, </a:t>
            </a:r>
            <a:r>
              <a:rPr lang="en-US" sz="3200" dirty="0" err="1">
                <a:solidFill>
                  <a:srgbClr val="0070C0"/>
                </a:solidFill>
              </a:rPr>
              <a:t>min_samples_leaf</a:t>
            </a:r>
            <a:r>
              <a:rPr lang="en-US" sz="3200" dirty="0">
                <a:solidFill>
                  <a:srgbClr val="0070C0"/>
                </a:solidFill>
              </a:rPr>
              <a:t> = 5)</a:t>
            </a:r>
          </a:p>
          <a:p>
            <a:r>
              <a:rPr lang="en-US" sz="3200" dirty="0" err="1">
                <a:solidFill>
                  <a:srgbClr val="0070C0"/>
                </a:solidFill>
              </a:rPr>
              <a:t>clf_entropy.fit</a:t>
            </a:r>
            <a:r>
              <a:rPr lang="en-US" sz="3200" dirty="0">
                <a:solidFill>
                  <a:srgbClr val="0070C0"/>
                </a:solidFill>
              </a:rPr>
              <a:t>( </a:t>
            </a:r>
            <a:r>
              <a:rPr lang="en-US" sz="3200" dirty="0" err="1">
                <a:solidFill>
                  <a:srgbClr val="0070C0"/>
                </a:solidFill>
              </a:rPr>
              <a:t>X_train,y_train</a:t>
            </a:r>
            <a:r>
              <a:rPr lang="en-US" sz="3200" dirty="0">
                <a:solidFill>
                  <a:srgbClr val="0070C0"/>
                </a:solidFill>
              </a:rPr>
              <a:t>)</a:t>
            </a:r>
          </a:p>
          <a:p>
            <a:endParaRPr lang="en-US" sz="3200" dirty="0">
              <a:solidFill>
                <a:srgbClr val="0070C0"/>
              </a:solidFill>
            </a:endParaRPr>
          </a:p>
          <a:p>
            <a:r>
              <a:rPr lang="en-US" sz="3200" dirty="0">
                <a:solidFill>
                  <a:srgbClr val="0070C0"/>
                </a:solidFill>
              </a:rPr>
              <a:t>~</a:t>
            </a:r>
            <a:r>
              <a:rPr lang="en-US" sz="3200" dirty="0" err="1">
                <a:solidFill>
                  <a:srgbClr val="0070C0"/>
                </a:solidFill>
              </a:rPr>
              <a:t>DecisionTreeClassifier</a:t>
            </a:r>
            <a:r>
              <a:rPr lang="en-US" sz="3200" dirty="0">
                <a:solidFill>
                  <a:srgbClr val="0070C0"/>
                </a:solidFill>
              </a:rPr>
              <a:t>( </a:t>
            </a:r>
            <a:r>
              <a:rPr lang="en-US" sz="3200" dirty="0" err="1">
                <a:solidFill>
                  <a:srgbClr val="0070C0"/>
                </a:solidFill>
              </a:rPr>
              <a:t>class_weight</a:t>
            </a:r>
            <a:r>
              <a:rPr lang="en-US" sz="3200" dirty="0">
                <a:solidFill>
                  <a:srgbClr val="0070C0"/>
                </a:solidFill>
              </a:rPr>
              <a:t> = None, criterion = ‘entropy’, </a:t>
            </a:r>
            <a:r>
              <a:rPr lang="en-US" sz="3200" dirty="0" err="1">
                <a:solidFill>
                  <a:srgbClr val="0070C0"/>
                </a:solidFill>
              </a:rPr>
              <a:t>max_depth</a:t>
            </a:r>
            <a:r>
              <a:rPr lang="en-US" sz="3200" dirty="0">
                <a:solidFill>
                  <a:srgbClr val="0070C0"/>
                </a:solidFill>
              </a:rPr>
              <a:t> = 3, </a:t>
            </a:r>
            <a:r>
              <a:rPr lang="en-US" sz="3200" dirty="0" err="1">
                <a:solidFill>
                  <a:srgbClr val="0070C0"/>
                </a:solidFill>
              </a:rPr>
              <a:t>max_features</a:t>
            </a:r>
            <a:r>
              <a:rPr lang="en-US" sz="3200" dirty="0">
                <a:solidFill>
                  <a:srgbClr val="0070C0"/>
                </a:solidFill>
              </a:rPr>
              <a:t> = None, </a:t>
            </a:r>
            <a:r>
              <a:rPr lang="en-US" sz="3200" dirty="0" err="1">
                <a:solidFill>
                  <a:srgbClr val="0070C0"/>
                </a:solidFill>
              </a:rPr>
              <a:t>max_leaf_nodes</a:t>
            </a:r>
            <a:r>
              <a:rPr lang="en-US" sz="3200" dirty="0">
                <a:solidFill>
                  <a:srgbClr val="0070C0"/>
                </a:solidFill>
              </a:rPr>
              <a:t> = None, </a:t>
            </a:r>
            <a:r>
              <a:rPr lang="en-US" sz="3200" dirty="0" err="1">
                <a:solidFill>
                  <a:srgbClr val="0070C0"/>
                </a:solidFill>
              </a:rPr>
              <a:t>min_impurity_decrease</a:t>
            </a:r>
            <a:r>
              <a:rPr lang="en-US" sz="3200" dirty="0">
                <a:solidFill>
                  <a:srgbClr val="0070C0"/>
                </a:solidFill>
              </a:rPr>
              <a:t> = 0.0, </a:t>
            </a:r>
            <a:r>
              <a:rPr lang="en-US" sz="3200" dirty="0" err="1">
                <a:solidFill>
                  <a:srgbClr val="0070C0"/>
                </a:solidFill>
              </a:rPr>
              <a:t>min_impurity_split</a:t>
            </a:r>
            <a:r>
              <a:rPr lang="en-US" sz="3200" dirty="0">
                <a:solidFill>
                  <a:srgbClr val="0070C0"/>
                </a:solidFill>
              </a:rPr>
              <a:t> = </a:t>
            </a:r>
            <a:r>
              <a:rPr lang="en-US" sz="3200" dirty="0" err="1">
                <a:solidFill>
                  <a:srgbClr val="0070C0"/>
                </a:solidFill>
              </a:rPr>
              <a:t>None,min_samples_leaf</a:t>
            </a:r>
            <a:r>
              <a:rPr lang="en-US" sz="3200" dirty="0">
                <a:solidFill>
                  <a:srgbClr val="0070C0"/>
                </a:solidFill>
              </a:rPr>
              <a:t> = 5, </a:t>
            </a:r>
            <a:r>
              <a:rPr lang="en-US" sz="3200" dirty="0" err="1">
                <a:solidFill>
                  <a:srgbClr val="0070C0"/>
                </a:solidFill>
              </a:rPr>
              <a:t>min_samples_split</a:t>
            </a:r>
            <a:r>
              <a:rPr lang="en-US" sz="3200" dirty="0">
                <a:solidFill>
                  <a:srgbClr val="0070C0"/>
                </a:solidFill>
              </a:rPr>
              <a:t> = 2,</a:t>
            </a:r>
          </a:p>
          <a:p>
            <a:r>
              <a:rPr lang="en-US" sz="3200" dirty="0" err="1">
                <a:solidFill>
                  <a:srgbClr val="0070C0"/>
                </a:solidFill>
              </a:rPr>
              <a:t>min_weight_fraction_leaf</a:t>
            </a:r>
            <a:r>
              <a:rPr lang="en-US" sz="3200" dirty="0">
                <a:solidFill>
                  <a:srgbClr val="0070C0"/>
                </a:solidFill>
              </a:rPr>
              <a:t> = 0.0, presort = False, </a:t>
            </a:r>
          </a:p>
          <a:p>
            <a:r>
              <a:rPr lang="en-US" sz="3200" dirty="0" err="1">
                <a:solidFill>
                  <a:srgbClr val="0070C0"/>
                </a:solidFill>
              </a:rPr>
              <a:t>random_state</a:t>
            </a:r>
            <a:r>
              <a:rPr lang="en-US" sz="3200" dirty="0">
                <a:solidFill>
                  <a:srgbClr val="0070C0"/>
                </a:solidFill>
              </a:rPr>
              <a:t> = 100, splitter = ‘best’)</a:t>
            </a:r>
          </a:p>
        </p:txBody>
      </p:sp>
      <p:pic>
        <p:nvPicPr>
          <p:cNvPr id="26" name="Picture 25">
            <a:extLst>
              <a:ext uri="{FF2B5EF4-FFF2-40B4-BE49-F238E27FC236}">
                <a16:creationId xmlns:a16="http://schemas.microsoft.com/office/drawing/2014/main" id="{EB73DA54-714C-844D-85B0-E2A35035001F}"/>
              </a:ext>
            </a:extLst>
          </p:cNvPr>
          <p:cNvPicPr>
            <a:picLocks noChangeAspect="1"/>
          </p:cNvPicPr>
          <p:nvPr/>
        </p:nvPicPr>
        <p:blipFill>
          <a:blip r:embed="rId4"/>
          <a:stretch>
            <a:fillRect/>
          </a:stretch>
        </p:blipFill>
        <p:spPr>
          <a:xfrm>
            <a:off x="627986" y="24804928"/>
            <a:ext cx="10191360" cy="2319429"/>
          </a:xfrm>
          <a:prstGeom prst="rect">
            <a:avLst/>
          </a:prstGeom>
        </p:spPr>
      </p:pic>
      <p:cxnSp>
        <p:nvCxnSpPr>
          <p:cNvPr id="29" name="Straight Arrow Connector 28">
            <a:extLst>
              <a:ext uri="{FF2B5EF4-FFF2-40B4-BE49-F238E27FC236}">
                <a16:creationId xmlns:a16="http://schemas.microsoft.com/office/drawing/2014/main" id="{887E5E22-28CB-6E53-400B-4D4D8ABF6A22}"/>
              </a:ext>
            </a:extLst>
          </p:cNvPr>
          <p:cNvCxnSpPr/>
          <p:nvPr/>
        </p:nvCxnSpPr>
        <p:spPr>
          <a:xfrm>
            <a:off x="10637658" y="26188279"/>
            <a:ext cx="834547" cy="9263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6" name="Picture 45">
            <a:extLst>
              <a:ext uri="{FF2B5EF4-FFF2-40B4-BE49-F238E27FC236}">
                <a16:creationId xmlns:a16="http://schemas.microsoft.com/office/drawing/2014/main" id="{D6C79776-A9E4-D1AE-1887-42C16E7524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65051" y="27297066"/>
            <a:ext cx="6427874" cy="7963945"/>
          </a:xfrm>
          <a:prstGeom prst="rect">
            <a:avLst/>
          </a:prstGeom>
        </p:spPr>
      </p:pic>
      <p:pic>
        <p:nvPicPr>
          <p:cNvPr id="30" name="Picture 29" descr="Chart, pie chart&#10;&#10;Description automatically generated">
            <a:extLst>
              <a:ext uri="{FF2B5EF4-FFF2-40B4-BE49-F238E27FC236}">
                <a16:creationId xmlns:a16="http://schemas.microsoft.com/office/drawing/2014/main" id="{1338D9FD-A29D-A01F-2FE3-A2E558766BD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936117" y="10058400"/>
            <a:ext cx="4135607" cy="4299032"/>
          </a:xfrm>
          <a:prstGeom prst="rect">
            <a:avLst/>
          </a:prstGeom>
        </p:spPr>
      </p:pic>
    </p:spTree>
    <p:extLst>
      <p:ext uri="{BB962C8B-B14F-4D97-AF65-F5344CB8AC3E}">
        <p14:creationId xmlns:p14="http://schemas.microsoft.com/office/powerpoint/2010/main" val="3008761780"/>
      </p:ext>
    </p:extLst>
  </p:cSld>
  <p:clrMapOvr>
    <a:masterClrMapping/>
  </p:clrMapOvr>
</p:sld>
</file>

<file path=ppt/theme/theme1.xml><?xml version="1.0" encoding="utf-8"?>
<a:theme xmlns:a="http://schemas.openxmlformats.org/drawingml/2006/main" name="30x40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PosterPresentations.com-70CMx100CM</Template>
  <TotalTime>39591</TotalTime>
  <Words>1112</Words>
  <Application>Microsoft Office PowerPoint</Application>
  <PresentationFormat>Custom</PresentationFormat>
  <Paragraphs>56</Paragraphs>
  <Slides>1</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vt:i4>
      </vt:variant>
    </vt:vector>
  </HeadingPairs>
  <TitlesOfParts>
    <vt:vector size="9" baseType="lpstr">
      <vt:lpstr>Arial</vt:lpstr>
      <vt:lpstr>Arial Black</vt:lpstr>
      <vt:lpstr>Calibri</vt:lpstr>
      <vt:lpstr>Helvetica</vt:lpstr>
      <vt:lpstr>Helvetica Light</vt:lpstr>
      <vt:lpstr>Trebuchet MS</vt:lpstr>
      <vt:lpstr>30x40 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30x40 PowerPoint Presentation</dc:title>
  <dc:subject>Research poster presentation template</dc:subject>
  <dc:creator>PosterPresentations.com</dc:creator>
  <cp:keywords>30x40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chasity harris</cp:lastModifiedBy>
  <cp:revision>50</cp:revision>
  <cp:lastPrinted>2023-04-03T18:06:53Z</cp:lastPrinted>
  <dcterms:created xsi:type="dcterms:W3CDTF">2012-02-10T00:10:15Z</dcterms:created>
  <dcterms:modified xsi:type="dcterms:W3CDTF">2023-04-25T16:24:03Z</dcterms:modified>
  <cp:category>Research poster templates</cp:category>
</cp:coreProperties>
</file>